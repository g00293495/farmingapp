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3" r:id="rId5"/>
    <p:sldId id="261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56EC72-24F3-4EBB-BCC2-978374A5599D}" v="212" dt="2025-04-27T10:58:46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7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DDY DOWNEY - STUDENT" userId="7141d2da-3ab5-4cce-a759-a721c0c6e88a" providerId="ADAL" clId="{C556EC72-24F3-4EBB-BCC2-978374A5599D}"/>
    <pc:docChg chg="undo custSel addSld delSld modSld">
      <pc:chgData name="PADDY DOWNEY - STUDENT" userId="7141d2da-3ab5-4cce-a759-a721c0c6e88a" providerId="ADAL" clId="{C556EC72-24F3-4EBB-BCC2-978374A5599D}" dt="2025-04-27T11:14:25.584" v="3208" actId="20577"/>
      <pc:docMkLst>
        <pc:docMk/>
      </pc:docMkLst>
      <pc:sldChg chg="addSp modSp mod setBg addAnim modAnim">
        <pc:chgData name="PADDY DOWNEY - STUDENT" userId="7141d2da-3ab5-4cce-a759-a721c0c6e88a" providerId="ADAL" clId="{C556EC72-24F3-4EBB-BCC2-978374A5599D}" dt="2025-04-23T10:07:46.991" v="506" actId="20577"/>
        <pc:sldMkLst>
          <pc:docMk/>
          <pc:sldMk cId="1792713032" sldId="256"/>
        </pc:sldMkLst>
        <pc:spChg chg="mod">
          <ac:chgData name="PADDY DOWNEY - STUDENT" userId="7141d2da-3ab5-4cce-a759-a721c0c6e88a" providerId="ADAL" clId="{C556EC72-24F3-4EBB-BCC2-978374A5599D}" dt="2025-04-23T10:06:49.388" v="484" actId="26606"/>
          <ac:spMkLst>
            <pc:docMk/>
            <pc:sldMk cId="1792713032" sldId="256"/>
            <ac:spMk id="2" creationId="{8D729D3E-86D5-E484-A86C-C9D9794CDE6E}"/>
          </ac:spMkLst>
        </pc:spChg>
        <pc:spChg chg="mod">
          <ac:chgData name="PADDY DOWNEY - STUDENT" userId="7141d2da-3ab5-4cce-a759-a721c0c6e88a" providerId="ADAL" clId="{C556EC72-24F3-4EBB-BCC2-978374A5599D}" dt="2025-04-23T10:07:33.909" v="504" actId="20577"/>
          <ac:spMkLst>
            <pc:docMk/>
            <pc:sldMk cId="1792713032" sldId="256"/>
            <ac:spMk id="3" creationId="{6D01B1A2-6DFB-F207-55B8-EC0895E4A302}"/>
          </ac:spMkLst>
        </pc:spChg>
        <pc:spChg chg="add">
          <ac:chgData name="PADDY DOWNEY - STUDENT" userId="7141d2da-3ab5-4cce-a759-a721c0c6e88a" providerId="ADAL" clId="{C556EC72-24F3-4EBB-BCC2-978374A5599D}" dt="2025-04-23T10:06:49.388" v="484" actId="26606"/>
          <ac:spMkLst>
            <pc:docMk/>
            <pc:sldMk cId="1792713032" sldId="256"/>
            <ac:spMk id="8" creationId="{6F5A5072-7B47-4D32-B52A-4EBBF590B8A5}"/>
          </ac:spMkLst>
        </pc:spChg>
        <pc:spChg chg="add">
          <ac:chgData name="PADDY DOWNEY - STUDENT" userId="7141d2da-3ab5-4cce-a759-a721c0c6e88a" providerId="ADAL" clId="{C556EC72-24F3-4EBB-BCC2-978374A5599D}" dt="2025-04-23T10:06:49.388" v="484" actId="26606"/>
          <ac:spMkLst>
            <pc:docMk/>
            <pc:sldMk cId="1792713032" sldId="256"/>
            <ac:spMk id="10" creationId="{9715DAF0-AE1B-46C9-8A6B-DB2AA05AB91D}"/>
          </ac:spMkLst>
        </pc:spChg>
        <pc:spChg chg="add">
          <ac:chgData name="PADDY DOWNEY - STUDENT" userId="7141d2da-3ab5-4cce-a759-a721c0c6e88a" providerId="ADAL" clId="{C556EC72-24F3-4EBB-BCC2-978374A5599D}" dt="2025-04-23T10:06:49.388" v="484" actId="26606"/>
          <ac:spMkLst>
            <pc:docMk/>
            <pc:sldMk cId="1792713032" sldId="256"/>
            <ac:spMk id="12" creationId="{6016219D-510E-4184-9090-6D5578A87BD1}"/>
          </ac:spMkLst>
        </pc:spChg>
        <pc:spChg chg="add">
          <ac:chgData name="PADDY DOWNEY - STUDENT" userId="7141d2da-3ab5-4cce-a759-a721c0c6e88a" providerId="ADAL" clId="{C556EC72-24F3-4EBB-BCC2-978374A5599D}" dt="2025-04-23T10:06:49.388" v="484" actId="26606"/>
          <ac:spMkLst>
            <pc:docMk/>
            <pc:sldMk cId="1792713032" sldId="256"/>
            <ac:spMk id="14" creationId="{AFF4A713-7B75-4B21-90D7-5AB19547C728}"/>
          </ac:spMkLst>
        </pc:spChg>
        <pc:spChg chg="add">
          <ac:chgData name="PADDY DOWNEY - STUDENT" userId="7141d2da-3ab5-4cce-a759-a721c0c6e88a" providerId="ADAL" clId="{C556EC72-24F3-4EBB-BCC2-978374A5599D}" dt="2025-04-23T10:06:49.388" v="484" actId="26606"/>
          <ac:spMkLst>
            <pc:docMk/>
            <pc:sldMk cId="1792713032" sldId="256"/>
            <ac:spMk id="16" creationId="{DC631C0B-6DA6-4E57-8231-CE32B3434A7E}"/>
          </ac:spMkLst>
        </pc:spChg>
        <pc:spChg chg="add">
          <ac:chgData name="PADDY DOWNEY - STUDENT" userId="7141d2da-3ab5-4cce-a759-a721c0c6e88a" providerId="ADAL" clId="{C556EC72-24F3-4EBB-BCC2-978374A5599D}" dt="2025-04-23T10:06:49.388" v="484" actId="26606"/>
          <ac:spMkLst>
            <pc:docMk/>
            <pc:sldMk cId="1792713032" sldId="256"/>
            <ac:spMk id="18" creationId="{C29501E6-A978-4A61-9689-9085AF97A53A}"/>
          </ac:spMkLst>
        </pc:spChg>
      </pc:sldChg>
      <pc:sldChg chg="addSp delSp modSp del mod setBg">
        <pc:chgData name="PADDY DOWNEY - STUDENT" userId="7141d2da-3ab5-4cce-a759-a721c0c6e88a" providerId="ADAL" clId="{C556EC72-24F3-4EBB-BCC2-978374A5599D}" dt="2025-04-27T10:33:37.493" v="1538" actId="2696"/>
        <pc:sldMkLst>
          <pc:docMk/>
          <pc:sldMk cId="1174783878" sldId="258"/>
        </pc:sldMkLst>
      </pc:sldChg>
      <pc:sldChg chg="addSp delSp modSp mod setBg">
        <pc:chgData name="PADDY DOWNEY - STUDENT" userId="7141d2da-3ab5-4cce-a759-a721c0c6e88a" providerId="ADAL" clId="{C556EC72-24F3-4EBB-BCC2-978374A5599D}" dt="2025-04-27T11:14:25.584" v="3208" actId="20577"/>
        <pc:sldMkLst>
          <pc:docMk/>
          <pc:sldMk cId="2976544000" sldId="259"/>
        </pc:sldMkLst>
        <pc:spChg chg="mod">
          <ac:chgData name="PADDY DOWNEY - STUDENT" userId="7141d2da-3ab5-4cce-a759-a721c0c6e88a" providerId="ADAL" clId="{C556EC72-24F3-4EBB-BCC2-978374A5599D}" dt="2025-04-27T10:53:27.928" v="2648" actId="26606"/>
          <ac:spMkLst>
            <pc:docMk/>
            <pc:sldMk cId="2976544000" sldId="259"/>
            <ac:spMk id="2" creationId="{D2CB6BD9-A6C6-DF0A-3766-BAA226FDF4E6}"/>
          </ac:spMkLst>
        </pc:spChg>
        <pc:spChg chg="add del mod">
          <ac:chgData name="PADDY DOWNEY - STUDENT" userId="7141d2da-3ab5-4cce-a759-a721c0c6e88a" providerId="ADAL" clId="{C556EC72-24F3-4EBB-BCC2-978374A5599D}" dt="2025-04-27T10:57:23.160" v="2651"/>
          <ac:spMkLst>
            <pc:docMk/>
            <pc:sldMk cId="2976544000" sldId="259"/>
            <ac:spMk id="3" creationId="{552074A4-BE64-76FD-FA26-058078B759A1}"/>
          </ac:spMkLst>
        </pc:spChg>
        <pc:spChg chg="add mod">
          <ac:chgData name="PADDY DOWNEY - STUDENT" userId="7141d2da-3ab5-4cce-a759-a721c0c6e88a" providerId="ADAL" clId="{C556EC72-24F3-4EBB-BCC2-978374A5599D}" dt="2025-04-27T11:14:25.584" v="3208" actId="20577"/>
          <ac:spMkLst>
            <pc:docMk/>
            <pc:sldMk cId="2976544000" sldId="259"/>
            <ac:spMk id="4" creationId="{ADD8D1D8-3F2F-9B46-D0D6-EE606632682B}"/>
          </ac:spMkLst>
        </pc:spChg>
        <pc:spChg chg="add del">
          <ac:chgData name="PADDY DOWNEY - STUDENT" userId="7141d2da-3ab5-4cce-a759-a721c0c6e88a" providerId="ADAL" clId="{C556EC72-24F3-4EBB-BCC2-978374A5599D}" dt="2025-04-27T10:57:31.392" v="2652" actId="26606"/>
          <ac:spMkLst>
            <pc:docMk/>
            <pc:sldMk cId="2976544000" sldId="259"/>
            <ac:spMk id="8" creationId="{1B15ED52-F352-441B-82BF-E0EA34836D08}"/>
          </ac:spMkLst>
        </pc:spChg>
        <pc:spChg chg="add del">
          <ac:chgData name="PADDY DOWNEY - STUDENT" userId="7141d2da-3ab5-4cce-a759-a721c0c6e88a" providerId="ADAL" clId="{C556EC72-24F3-4EBB-BCC2-978374A5599D}" dt="2025-04-27T10:57:31.392" v="2652" actId="26606"/>
          <ac:spMkLst>
            <pc:docMk/>
            <pc:sldMk cId="2976544000" sldId="259"/>
            <ac:spMk id="10" creationId="{3B2E3793-BFE6-45A2-9B7B-E18844431C99}"/>
          </ac:spMkLst>
        </pc:spChg>
        <pc:spChg chg="add del">
          <ac:chgData name="PADDY DOWNEY - STUDENT" userId="7141d2da-3ab5-4cce-a759-a721c0c6e88a" providerId="ADAL" clId="{C556EC72-24F3-4EBB-BCC2-978374A5599D}" dt="2025-04-27T10:57:31.392" v="2652" actId="26606"/>
          <ac:spMkLst>
            <pc:docMk/>
            <pc:sldMk cId="2976544000" sldId="259"/>
            <ac:spMk id="12" creationId="{BC4C4868-CB8F-4AF9-9CDB-8108F2C19B67}"/>
          </ac:spMkLst>
        </pc:spChg>
        <pc:spChg chg="add del">
          <ac:chgData name="PADDY DOWNEY - STUDENT" userId="7141d2da-3ab5-4cce-a759-a721c0c6e88a" providerId="ADAL" clId="{C556EC72-24F3-4EBB-BCC2-978374A5599D}" dt="2025-04-27T10:57:31.392" v="2652" actId="26606"/>
          <ac:spMkLst>
            <pc:docMk/>
            <pc:sldMk cId="2976544000" sldId="259"/>
            <ac:spMk id="14" creationId="{375E0459-6403-40CD-989D-56A4407CA12E}"/>
          </ac:spMkLst>
        </pc:spChg>
        <pc:spChg chg="add del">
          <ac:chgData name="PADDY DOWNEY - STUDENT" userId="7141d2da-3ab5-4cce-a759-a721c0c6e88a" providerId="ADAL" clId="{C556EC72-24F3-4EBB-BCC2-978374A5599D}" dt="2025-04-27T10:57:31.392" v="2652" actId="26606"/>
          <ac:spMkLst>
            <pc:docMk/>
            <pc:sldMk cId="2976544000" sldId="259"/>
            <ac:spMk id="16" creationId="{53E5B1A8-3AC9-4BD1-9BBC-78CA94F2D1BA}"/>
          </ac:spMkLst>
        </pc:spChg>
        <pc:spChg chg="add del">
          <ac:chgData name="PADDY DOWNEY - STUDENT" userId="7141d2da-3ab5-4cce-a759-a721c0c6e88a" providerId="ADAL" clId="{C556EC72-24F3-4EBB-BCC2-978374A5599D}" dt="2025-04-27T10:53:27.928" v="2648" actId="26606"/>
          <ac:spMkLst>
            <pc:docMk/>
            <pc:sldMk cId="2976544000" sldId="259"/>
            <ac:spMk id="19" creationId="{BACC6370-2D7E-4714-9D71-7542949D7D5D}"/>
          </ac:spMkLst>
        </pc:spChg>
        <pc:spChg chg="add del">
          <ac:chgData name="PADDY DOWNEY - STUDENT" userId="7141d2da-3ab5-4cce-a759-a721c0c6e88a" providerId="ADAL" clId="{C556EC72-24F3-4EBB-BCC2-978374A5599D}" dt="2025-04-27T10:53:27.928" v="2648" actId="26606"/>
          <ac:spMkLst>
            <pc:docMk/>
            <pc:sldMk cId="2976544000" sldId="259"/>
            <ac:spMk id="20" creationId="{F68B3F68-107C-434F-AA38-110D5EA91B85}"/>
          </ac:spMkLst>
        </pc:spChg>
        <pc:spChg chg="add del">
          <ac:chgData name="PADDY DOWNEY - STUDENT" userId="7141d2da-3ab5-4cce-a759-a721c0c6e88a" providerId="ADAL" clId="{C556EC72-24F3-4EBB-BCC2-978374A5599D}" dt="2025-04-27T10:53:27.928" v="2648" actId="26606"/>
          <ac:spMkLst>
            <pc:docMk/>
            <pc:sldMk cId="2976544000" sldId="259"/>
            <ac:spMk id="21" creationId="{AAD0DBB9-1A4B-4391-81D4-CB19F9AB918A}"/>
          </ac:spMkLst>
        </pc:spChg>
        <pc:spChg chg="add del">
          <ac:chgData name="PADDY DOWNEY - STUDENT" userId="7141d2da-3ab5-4cce-a759-a721c0c6e88a" providerId="ADAL" clId="{C556EC72-24F3-4EBB-BCC2-978374A5599D}" dt="2025-04-27T10:45:00.836" v="1776" actId="26606"/>
          <ac:spMkLst>
            <pc:docMk/>
            <pc:sldMk cId="2976544000" sldId="259"/>
            <ac:spMk id="22" creationId="{BACC6370-2D7E-4714-9D71-7542949D7D5D}"/>
          </ac:spMkLst>
        </pc:spChg>
        <pc:spChg chg="add del">
          <ac:chgData name="PADDY DOWNEY - STUDENT" userId="7141d2da-3ab5-4cce-a759-a721c0c6e88a" providerId="ADAL" clId="{C556EC72-24F3-4EBB-BCC2-978374A5599D}" dt="2025-04-27T10:53:27.928" v="2648" actId="26606"/>
          <ac:spMkLst>
            <pc:docMk/>
            <pc:sldMk cId="2976544000" sldId="259"/>
            <ac:spMk id="23" creationId="{063BBA22-50EA-4C4D-BE05-F1CE4E63AA56}"/>
          </ac:spMkLst>
        </pc:spChg>
        <pc:spChg chg="add del">
          <ac:chgData name="PADDY DOWNEY - STUDENT" userId="7141d2da-3ab5-4cce-a759-a721c0c6e88a" providerId="ADAL" clId="{C556EC72-24F3-4EBB-BCC2-978374A5599D}" dt="2025-04-27T10:45:00.836" v="1776" actId="26606"/>
          <ac:spMkLst>
            <pc:docMk/>
            <pc:sldMk cId="2976544000" sldId="259"/>
            <ac:spMk id="24" creationId="{F68B3F68-107C-434F-AA38-110D5EA91B85}"/>
          </ac:spMkLst>
        </pc:spChg>
        <pc:spChg chg="add del">
          <ac:chgData name="PADDY DOWNEY - STUDENT" userId="7141d2da-3ab5-4cce-a759-a721c0c6e88a" providerId="ADAL" clId="{C556EC72-24F3-4EBB-BCC2-978374A5599D}" dt="2025-04-27T10:45:00.836" v="1776" actId="26606"/>
          <ac:spMkLst>
            <pc:docMk/>
            <pc:sldMk cId="2976544000" sldId="259"/>
            <ac:spMk id="26" creationId="{AAD0DBB9-1A4B-4391-81D4-CB19F9AB918A}"/>
          </ac:spMkLst>
        </pc:spChg>
        <pc:spChg chg="add del">
          <ac:chgData name="PADDY DOWNEY - STUDENT" userId="7141d2da-3ab5-4cce-a759-a721c0c6e88a" providerId="ADAL" clId="{C556EC72-24F3-4EBB-BCC2-978374A5599D}" dt="2025-04-27T10:58:48.474" v="2678" actId="26606"/>
          <ac:spMkLst>
            <pc:docMk/>
            <pc:sldMk cId="2976544000" sldId="259"/>
            <ac:spMk id="27" creationId="{375E0459-6403-40CD-989D-56A4407CA12E}"/>
          </ac:spMkLst>
        </pc:spChg>
        <pc:spChg chg="add del">
          <ac:chgData name="PADDY DOWNEY - STUDENT" userId="7141d2da-3ab5-4cce-a759-a721c0c6e88a" providerId="ADAL" clId="{C556EC72-24F3-4EBB-BCC2-978374A5599D}" dt="2025-04-27T10:45:00.836" v="1776" actId="26606"/>
          <ac:spMkLst>
            <pc:docMk/>
            <pc:sldMk cId="2976544000" sldId="259"/>
            <ac:spMk id="28" creationId="{063BBA22-50EA-4C4D-BE05-F1CE4E63AA56}"/>
          </ac:spMkLst>
        </pc:spChg>
        <pc:spChg chg="add del">
          <ac:chgData name="PADDY DOWNEY - STUDENT" userId="7141d2da-3ab5-4cce-a759-a721c0c6e88a" providerId="ADAL" clId="{C556EC72-24F3-4EBB-BCC2-978374A5599D}" dt="2025-04-27T10:58:48.474" v="2678" actId="26606"/>
          <ac:spMkLst>
            <pc:docMk/>
            <pc:sldMk cId="2976544000" sldId="259"/>
            <ac:spMk id="29" creationId="{53E5B1A8-3AC9-4BD1-9BBC-78CA94F2D1BA}"/>
          </ac:spMkLst>
        </pc:spChg>
        <pc:spChg chg="add del">
          <ac:chgData name="PADDY DOWNEY - STUDENT" userId="7141d2da-3ab5-4cce-a759-a721c0c6e88a" providerId="ADAL" clId="{C556EC72-24F3-4EBB-BCC2-978374A5599D}" dt="2025-04-27T10:58:48.474" v="2678" actId="26606"/>
          <ac:spMkLst>
            <pc:docMk/>
            <pc:sldMk cId="2976544000" sldId="259"/>
            <ac:spMk id="30" creationId="{1B15ED52-F352-441B-82BF-E0EA34836D08}"/>
          </ac:spMkLst>
        </pc:spChg>
        <pc:spChg chg="add del">
          <ac:chgData name="PADDY DOWNEY - STUDENT" userId="7141d2da-3ab5-4cce-a759-a721c0c6e88a" providerId="ADAL" clId="{C556EC72-24F3-4EBB-BCC2-978374A5599D}" dt="2025-04-27T10:58:48.474" v="2678" actId="26606"/>
          <ac:spMkLst>
            <pc:docMk/>
            <pc:sldMk cId="2976544000" sldId="259"/>
            <ac:spMk id="31" creationId="{3B2E3793-BFE6-45A2-9B7B-E18844431C99}"/>
          </ac:spMkLst>
        </pc:spChg>
        <pc:spChg chg="add del">
          <ac:chgData name="PADDY DOWNEY - STUDENT" userId="7141d2da-3ab5-4cce-a759-a721c0c6e88a" providerId="ADAL" clId="{C556EC72-24F3-4EBB-BCC2-978374A5599D}" dt="2025-04-27T10:58:48.474" v="2678" actId="26606"/>
          <ac:spMkLst>
            <pc:docMk/>
            <pc:sldMk cId="2976544000" sldId="259"/>
            <ac:spMk id="32" creationId="{BC4C4868-CB8F-4AF9-9CDB-8108F2C19B67}"/>
          </ac:spMkLst>
        </pc:spChg>
        <pc:spChg chg="add">
          <ac:chgData name="PADDY DOWNEY - STUDENT" userId="7141d2da-3ab5-4cce-a759-a721c0c6e88a" providerId="ADAL" clId="{C556EC72-24F3-4EBB-BCC2-978374A5599D}" dt="2025-04-27T10:58:48.474" v="2678" actId="26606"/>
          <ac:spMkLst>
            <pc:docMk/>
            <pc:sldMk cId="2976544000" sldId="259"/>
            <ac:spMk id="39" creationId="{3B2E3793-BFE6-45A2-9B7B-E18844431C99}"/>
          </ac:spMkLst>
        </pc:spChg>
        <pc:spChg chg="add">
          <ac:chgData name="PADDY DOWNEY - STUDENT" userId="7141d2da-3ab5-4cce-a759-a721c0c6e88a" providerId="ADAL" clId="{C556EC72-24F3-4EBB-BCC2-978374A5599D}" dt="2025-04-27T10:58:48.474" v="2678" actId="26606"/>
          <ac:spMkLst>
            <pc:docMk/>
            <pc:sldMk cId="2976544000" sldId="259"/>
            <ac:spMk id="41" creationId="{BC4C4868-CB8F-4AF9-9CDB-8108F2C19B67}"/>
          </ac:spMkLst>
        </pc:spChg>
        <pc:spChg chg="add">
          <ac:chgData name="PADDY DOWNEY - STUDENT" userId="7141d2da-3ab5-4cce-a759-a721c0c6e88a" providerId="ADAL" clId="{C556EC72-24F3-4EBB-BCC2-978374A5599D}" dt="2025-04-27T10:58:48.474" v="2678" actId="26606"/>
          <ac:spMkLst>
            <pc:docMk/>
            <pc:sldMk cId="2976544000" sldId="259"/>
            <ac:spMk id="43" creationId="{375E0459-6403-40CD-989D-56A4407CA12E}"/>
          </ac:spMkLst>
        </pc:spChg>
        <pc:spChg chg="add">
          <ac:chgData name="PADDY DOWNEY - STUDENT" userId="7141d2da-3ab5-4cce-a759-a721c0c6e88a" providerId="ADAL" clId="{C556EC72-24F3-4EBB-BCC2-978374A5599D}" dt="2025-04-27T10:58:48.474" v="2678" actId="26606"/>
          <ac:spMkLst>
            <pc:docMk/>
            <pc:sldMk cId="2976544000" sldId="259"/>
            <ac:spMk id="45" creationId="{53E5B1A8-3AC9-4BD1-9BBC-78CA94F2D1BA}"/>
          </ac:spMkLst>
        </pc:spChg>
        <pc:graphicFrameChg chg="mod">
          <ac:chgData name="PADDY DOWNEY - STUDENT" userId="7141d2da-3ab5-4cce-a759-a721c0c6e88a" providerId="ADAL" clId="{C556EC72-24F3-4EBB-BCC2-978374A5599D}" dt="2025-04-27T10:51:56.840" v="2647" actId="113"/>
          <ac:graphicFrameMkLst>
            <pc:docMk/>
            <pc:sldMk cId="2976544000" sldId="259"/>
            <ac:graphicFrameMk id="25" creationId="{06040D4A-DB8A-866D-6207-6C327C100507}"/>
          </ac:graphicFrameMkLst>
        </pc:graphicFrameChg>
      </pc:sldChg>
      <pc:sldChg chg="addSp delSp modSp mod setBg">
        <pc:chgData name="PADDY DOWNEY - STUDENT" userId="7141d2da-3ab5-4cce-a759-a721c0c6e88a" providerId="ADAL" clId="{C556EC72-24F3-4EBB-BCC2-978374A5599D}" dt="2025-04-23T10:07:07.181" v="493" actId="26606"/>
        <pc:sldMkLst>
          <pc:docMk/>
          <pc:sldMk cId="2496111826" sldId="260"/>
        </pc:sldMkLst>
        <pc:spChg chg="mod">
          <ac:chgData name="PADDY DOWNEY - STUDENT" userId="7141d2da-3ab5-4cce-a759-a721c0c6e88a" providerId="ADAL" clId="{C556EC72-24F3-4EBB-BCC2-978374A5599D}" dt="2025-04-23T10:07:07.181" v="493" actId="26606"/>
          <ac:spMkLst>
            <pc:docMk/>
            <pc:sldMk cId="2496111826" sldId="260"/>
            <ac:spMk id="2" creationId="{D1B06227-AB6B-C1DF-4E87-959D444E6501}"/>
          </ac:spMkLst>
        </pc:spChg>
        <pc:spChg chg="add">
          <ac:chgData name="PADDY DOWNEY - STUDENT" userId="7141d2da-3ab5-4cce-a759-a721c0c6e88a" providerId="ADAL" clId="{C556EC72-24F3-4EBB-BCC2-978374A5599D}" dt="2025-04-23T10:07:07.181" v="493" actId="26606"/>
          <ac:spMkLst>
            <pc:docMk/>
            <pc:sldMk cId="2496111826" sldId="260"/>
            <ac:spMk id="9" creationId="{BACC6370-2D7E-4714-9D71-7542949D7D5D}"/>
          </ac:spMkLst>
        </pc:spChg>
        <pc:spChg chg="add">
          <ac:chgData name="PADDY DOWNEY - STUDENT" userId="7141d2da-3ab5-4cce-a759-a721c0c6e88a" providerId="ADAL" clId="{C556EC72-24F3-4EBB-BCC2-978374A5599D}" dt="2025-04-23T10:07:07.181" v="493" actId="26606"/>
          <ac:spMkLst>
            <pc:docMk/>
            <pc:sldMk cId="2496111826" sldId="260"/>
            <ac:spMk id="11" creationId="{F68B3F68-107C-434F-AA38-110D5EA91B85}"/>
          </ac:spMkLst>
        </pc:spChg>
        <pc:spChg chg="add">
          <ac:chgData name="PADDY DOWNEY - STUDENT" userId="7141d2da-3ab5-4cce-a759-a721c0c6e88a" providerId="ADAL" clId="{C556EC72-24F3-4EBB-BCC2-978374A5599D}" dt="2025-04-23T10:07:07.181" v="493" actId="26606"/>
          <ac:spMkLst>
            <pc:docMk/>
            <pc:sldMk cId="2496111826" sldId="260"/>
            <ac:spMk id="13" creationId="{AAD0DBB9-1A4B-4391-81D4-CB19F9AB918A}"/>
          </ac:spMkLst>
        </pc:spChg>
        <pc:spChg chg="add">
          <ac:chgData name="PADDY DOWNEY - STUDENT" userId="7141d2da-3ab5-4cce-a759-a721c0c6e88a" providerId="ADAL" clId="{C556EC72-24F3-4EBB-BCC2-978374A5599D}" dt="2025-04-23T10:07:07.181" v="493" actId="26606"/>
          <ac:spMkLst>
            <pc:docMk/>
            <pc:sldMk cId="2496111826" sldId="260"/>
            <ac:spMk id="15" creationId="{063BBA22-50EA-4C4D-BE05-F1CE4E63AA56}"/>
          </ac:spMkLst>
        </pc:spChg>
        <pc:graphicFrameChg chg="add">
          <ac:chgData name="PADDY DOWNEY - STUDENT" userId="7141d2da-3ab5-4cce-a759-a721c0c6e88a" providerId="ADAL" clId="{C556EC72-24F3-4EBB-BCC2-978374A5599D}" dt="2025-04-23T10:07:07.181" v="493" actId="26606"/>
          <ac:graphicFrameMkLst>
            <pc:docMk/>
            <pc:sldMk cId="2496111826" sldId="260"/>
            <ac:graphicFrameMk id="5" creationId="{60B24D4D-E7B1-FF34-5FAB-5081A80F7156}"/>
          </ac:graphicFrameMkLst>
        </pc:graphicFrameChg>
      </pc:sldChg>
      <pc:sldChg chg="addSp delSp modSp mod setBg">
        <pc:chgData name="PADDY DOWNEY - STUDENT" userId="7141d2da-3ab5-4cce-a759-a721c0c6e88a" providerId="ADAL" clId="{C556EC72-24F3-4EBB-BCC2-978374A5599D}" dt="2025-04-24T08:47:35.538" v="994" actId="20577"/>
        <pc:sldMkLst>
          <pc:docMk/>
          <pc:sldMk cId="717657182" sldId="261"/>
        </pc:sldMkLst>
        <pc:spChg chg="mod">
          <ac:chgData name="PADDY DOWNEY - STUDENT" userId="7141d2da-3ab5-4cce-a759-a721c0c6e88a" providerId="ADAL" clId="{C556EC72-24F3-4EBB-BCC2-978374A5599D}" dt="2025-04-23T10:07:19.944" v="494" actId="26606"/>
          <ac:spMkLst>
            <pc:docMk/>
            <pc:sldMk cId="717657182" sldId="261"/>
            <ac:spMk id="2" creationId="{475EDB83-776E-48E5-534D-AF5551AA479B}"/>
          </ac:spMkLst>
        </pc:spChg>
        <pc:spChg chg="mod ord">
          <ac:chgData name="PADDY DOWNEY - STUDENT" userId="7141d2da-3ab5-4cce-a759-a721c0c6e88a" providerId="ADAL" clId="{C556EC72-24F3-4EBB-BCC2-978374A5599D}" dt="2025-04-24T08:47:35.538" v="994" actId="20577"/>
          <ac:spMkLst>
            <pc:docMk/>
            <pc:sldMk cId="717657182" sldId="261"/>
            <ac:spMk id="3" creationId="{B78FE4EC-3BC8-6ADB-240B-EC445A1096AF}"/>
          </ac:spMkLst>
        </pc:spChg>
        <pc:spChg chg="add">
          <ac:chgData name="PADDY DOWNEY - STUDENT" userId="7141d2da-3ab5-4cce-a759-a721c0c6e88a" providerId="ADAL" clId="{C556EC72-24F3-4EBB-BCC2-978374A5599D}" dt="2025-04-23T10:07:19.944" v="494" actId="26606"/>
          <ac:spMkLst>
            <pc:docMk/>
            <pc:sldMk cId="717657182" sldId="261"/>
            <ac:spMk id="16" creationId="{50D1C5B3-B60D-4696-AE60-100D5EC8AB5D}"/>
          </ac:spMkLst>
        </pc:spChg>
        <pc:grpChg chg="add">
          <ac:chgData name="PADDY DOWNEY - STUDENT" userId="7141d2da-3ab5-4cce-a759-a721c0c6e88a" providerId="ADAL" clId="{C556EC72-24F3-4EBB-BCC2-978374A5599D}" dt="2025-04-23T10:07:19.944" v="494" actId="26606"/>
          <ac:grpSpMkLst>
            <pc:docMk/>
            <pc:sldMk cId="717657182" sldId="261"/>
            <ac:grpSpMk id="18" creationId="{73EDDF53-0851-48D4-A466-6FE0DCE91E73}"/>
          </ac:grpSpMkLst>
        </pc:grpChg>
        <pc:picChg chg="add mod ord">
          <ac:chgData name="PADDY DOWNEY - STUDENT" userId="7141d2da-3ab5-4cce-a759-a721c0c6e88a" providerId="ADAL" clId="{C556EC72-24F3-4EBB-BCC2-978374A5599D}" dt="2025-04-23T10:07:19.944" v="494" actId="26606"/>
          <ac:picMkLst>
            <pc:docMk/>
            <pc:sldMk cId="717657182" sldId="261"/>
            <ac:picMk id="5" creationId="{72D48FC5-EB33-B0F3-6BDB-9AB66A37E42F}"/>
          </ac:picMkLst>
        </pc:picChg>
        <pc:picChg chg="add mod ord">
          <ac:chgData name="PADDY DOWNEY - STUDENT" userId="7141d2da-3ab5-4cce-a759-a721c0c6e88a" providerId="ADAL" clId="{C556EC72-24F3-4EBB-BCC2-978374A5599D}" dt="2025-04-23T10:07:19.944" v="494" actId="26606"/>
          <ac:picMkLst>
            <pc:docMk/>
            <pc:sldMk cId="717657182" sldId="261"/>
            <ac:picMk id="9" creationId="{EECFC982-78C7-401F-1FFF-A8980FED208C}"/>
          </ac:picMkLst>
        </pc:picChg>
        <pc:picChg chg="add mod">
          <ac:chgData name="PADDY DOWNEY - STUDENT" userId="7141d2da-3ab5-4cce-a759-a721c0c6e88a" providerId="ADAL" clId="{C556EC72-24F3-4EBB-BCC2-978374A5599D}" dt="2025-04-23T10:07:19.944" v="494" actId="26606"/>
          <ac:picMkLst>
            <pc:docMk/>
            <pc:sldMk cId="717657182" sldId="261"/>
            <ac:picMk id="11" creationId="{7C9AC357-B1EF-B940-C4CF-F1F30A6E4C63}"/>
          </ac:picMkLst>
        </pc:picChg>
      </pc:sldChg>
      <pc:sldChg chg="addSp delSp modSp new del mod">
        <pc:chgData name="PADDY DOWNEY - STUDENT" userId="7141d2da-3ab5-4cce-a759-a721c0c6e88a" providerId="ADAL" clId="{C556EC72-24F3-4EBB-BCC2-978374A5599D}" dt="2025-04-27T10:28:59.702" v="1473" actId="2696"/>
        <pc:sldMkLst>
          <pc:docMk/>
          <pc:sldMk cId="3170877469" sldId="262"/>
        </pc:sldMkLst>
        <pc:spChg chg="mod">
          <ac:chgData name="PADDY DOWNEY - STUDENT" userId="7141d2da-3ab5-4cce-a759-a721c0c6e88a" providerId="ADAL" clId="{C556EC72-24F3-4EBB-BCC2-978374A5599D}" dt="2025-04-27T10:27:02.254" v="1464" actId="20577"/>
          <ac:spMkLst>
            <pc:docMk/>
            <pc:sldMk cId="3170877469" sldId="262"/>
            <ac:spMk id="2" creationId="{1AA7534A-F422-EC67-E8A9-5B0F49A53302}"/>
          </ac:spMkLst>
        </pc:spChg>
        <pc:spChg chg="del">
          <ac:chgData name="PADDY DOWNEY - STUDENT" userId="7141d2da-3ab5-4cce-a759-a721c0c6e88a" providerId="ADAL" clId="{C556EC72-24F3-4EBB-BCC2-978374A5599D}" dt="2025-04-27T10:27:04.089" v="1465"/>
          <ac:spMkLst>
            <pc:docMk/>
            <pc:sldMk cId="3170877469" sldId="262"/>
            <ac:spMk id="3" creationId="{DB724C9F-3801-240D-219D-3D1CC7304E88}"/>
          </ac:spMkLst>
        </pc:spChg>
        <pc:spChg chg="add mod">
          <ac:chgData name="PADDY DOWNEY - STUDENT" userId="7141d2da-3ab5-4cce-a759-a721c0c6e88a" providerId="ADAL" clId="{C556EC72-24F3-4EBB-BCC2-978374A5599D}" dt="2025-04-27T10:27:34.829" v="1467" actId="2711"/>
          <ac:spMkLst>
            <pc:docMk/>
            <pc:sldMk cId="3170877469" sldId="262"/>
            <ac:spMk id="4" creationId="{31476F40-ADA4-66D8-DF1E-AE43B50C2893}"/>
          </ac:spMkLst>
        </pc:spChg>
      </pc:sldChg>
      <pc:sldChg chg="addSp delSp modSp add mod setBg delDesignElem">
        <pc:chgData name="PADDY DOWNEY - STUDENT" userId="7141d2da-3ab5-4cce-a759-a721c0c6e88a" providerId="ADAL" clId="{C556EC72-24F3-4EBB-BCC2-978374A5599D}" dt="2025-04-27T10:35:46.579" v="1626" actId="20577"/>
        <pc:sldMkLst>
          <pc:docMk/>
          <pc:sldMk cId="1290362156" sldId="263"/>
        </pc:sldMkLst>
        <pc:spChg chg="mod">
          <ac:chgData name="PADDY DOWNEY - STUDENT" userId="7141d2da-3ab5-4cce-a759-a721c0c6e88a" providerId="ADAL" clId="{C556EC72-24F3-4EBB-BCC2-978374A5599D}" dt="2025-04-27T10:32:00.080" v="1533" actId="1076"/>
          <ac:spMkLst>
            <pc:docMk/>
            <pc:sldMk cId="1290362156" sldId="263"/>
            <ac:spMk id="2" creationId="{D8F41A56-BAFA-C77A-17E0-16AA8FFA6980}"/>
          </ac:spMkLst>
        </pc:spChg>
        <pc:spChg chg="add del">
          <ac:chgData name="PADDY DOWNEY - STUDENT" userId="7141d2da-3ab5-4cce-a759-a721c0c6e88a" providerId="ADAL" clId="{C556EC72-24F3-4EBB-BCC2-978374A5599D}" dt="2025-04-27T10:28:55.945" v="1472" actId="26606"/>
          <ac:spMkLst>
            <pc:docMk/>
            <pc:sldMk cId="1290362156" sldId="263"/>
            <ac:spMk id="3" creationId="{8EF7E622-E6E1-D2E4-F42F-70191D39B321}"/>
          </ac:spMkLst>
        </pc:spChg>
        <pc:spChg chg="add">
          <ac:chgData name="PADDY DOWNEY - STUDENT" userId="7141d2da-3ab5-4cce-a759-a721c0c6e88a" providerId="ADAL" clId="{C556EC72-24F3-4EBB-BCC2-978374A5599D}" dt="2025-04-27T10:29:22.199" v="1512"/>
          <ac:spMkLst>
            <pc:docMk/>
            <pc:sldMk cId="1290362156" sldId="263"/>
            <ac:spMk id="4" creationId="{4E0C3B69-FF75-B65E-42FA-C7D06B7F1FB9}"/>
          </ac:spMkLst>
        </pc:spChg>
        <pc:spChg chg="add mod">
          <ac:chgData name="PADDY DOWNEY - STUDENT" userId="7141d2da-3ab5-4cce-a759-a721c0c6e88a" providerId="ADAL" clId="{C556EC72-24F3-4EBB-BCC2-978374A5599D}" dt="2025-04-27T10:29:37.307" v="1516"/>
          <ac:spMkLst>
            <pc:docMk/>
            <pc:sldMk cId="1290362156" sldId="263"/>
            <ac:spMk id="6" creationId="{178E1156-37C8-0A81-D1BB-54134A7D1F95}"/>
          </ac:spMkLst>
        </pc:spChg>
        <pc:spChg chg="add mod">
          <ac:chgData name="PADDY DOWNEY - STUDENT" userId="7141d2da-3ab5-4cce-a759-a721c0c6e88a" providerId="ADAL" clId="{C556EC72-24F3-4EBB-BCC2-978374A5599D}" dt="2025-04-27T10:29:36.889" v="1515"/>
          <ac:spMkLst>
            <pc:docMk/>
            <pc:sldMk cId="1290362156" sldId="263"/>
            <ac:spMk id="7" creationId="{D866DB27-0FFE-EBC3-F6E5-34FB31CD5064}"/>
          </ac:spMkLst>
        </pc:spChg>
        <pc:spChg chg="del">
          <ac:chgData name="PADDY DOWNEY - STUDENT" userId="7141d2da-3ab5-4cce-a759-a721c0c6e88a" providerId="ADAL" clId="{C556EC72-24F3-4EBB-BCC2-978374A5599D}" dt="2025-04-27T10:28:42.667" v="1469"/>
          <ac:spMkLst>
            <pc:docMk/>
            <pc:sldMk cId="1290362156" sldId="263"/>
            <ac:spMk id="8" creationId="{F9A5BCDE-5463-78D5-24F5-57483261734D}"/>
          </ac:spMkLst>
        </pc:spChg>
        <pc:spChg chg="add del">
          <ac:chgData name="PADDY DOWNEY - STUDENT" userId="7141d2da-3ab5-4cce-a759-a721c0c6e88a" providerId="ADAL" clId="{C556EC72-24F3-4EBB-BCC2-978374A5599D}" dt="2025-04-27T10:28:55.935" v="1471" actId="26606"/>
          <ac:spMkLst>
            <pc:docMk/>
            <pc:sldMk cId="1290362156" sldId="263"/>
            <ac:spMk id="9" creationId="{BACC6370-2D7E-4714-9D71-7542949D7D5D}"/>
          </ac:spMkLst>
        </pc:spChg>
        <pc:spChg chg="del">
          <ac:chgData name="PADDY DOWNEY - STUDENT" userId="7141d2da-3ab5-4cce-a759-a721c0c6e88a" providerId="ADAL" clId="{C556EC72-24F3-4EBB-BCC2-978374A5599D}" dt="2025-04-27T10:28:42.667" v="1469"/>
          <ac:spMkLst>
            <pc:docMk/>
            <pc:sldMk cId="1290362156" sldId="263"/>
            <ac:spMk id="10" creationId="{392A6753-A23B-F2B9-6310-9EF96929632B}"/>
          </ac:spMkLst>
        </pc:spChg>
        <pc:spChg chg="add del">
          <ac:chgData name="PADDY DOWNEY - STUDENT" userId="7141d2da-3ab5-4cce-a759-a721c0c6e88a" providerId="ADAL" clId="{C556EC72-24F3-4EBB-BCC2-978374A5599D}" dt="2025-04-27T10:28:55.935" v="1471" actId="26606"/>
          <ac:spMkLst>
            <pc:docMk/>
            <pc:sldMk cId="1290362156" sldId="263"/>
            <ac:spMk id="11" creationId="{F68B3F68-107C-434F-AA38-110D5EA91B85}"/>
          </ac:spMkLst>
        </pc:spChg>
        <pc:spChg chg="del">
          <ac:chgData name="PADDY DOWNEY - STUDENT" userId="7141d2da-3ab5-4cce-a759-a721c0c6e88a" providerId="ADAL" clId="{C556EC72-24F3-4EBB-BCC2-978374A5599D}" dt="2025-04-27T10:28:42.667" v="1469"/>
          <ac:spMkLst>
            <pc:docMk/>
            <pc:sldMk cId="1290362156" sldId="263"/>
            <ac:spMk id="12" creationId="{BB2BA5CD-C4BD-C64F-D12B-4042157EBE14}"/>
          </ac:spMkLst>
        </pc:spChg>
        <pc:spChg chg="add del">
          <ac:chgData name="PADDY DOWNEY - STUDENT" userId="7141d2da-3ab5-4cce-a759-a721c0c6e88a" providerId="ADAL" clId="{C556EC72-24F3-4EBB-BCC2-978374A5599D}" dt="2025-04-27T10:28:55.935" v="1471" actId="26606"/>
          <ac:spMkLst>
            <pc:docMk/>
            <pc:sldMk cId="1290362156" sldId="263"/>
            <ac:spMk id="13" creationId="{AAD0DBB9-1A4B-4391-81D4-CB19F9AB918A}"/>
          </ac:spMkLst>
        </pc:spChg>
        <pc:spChg chg="del">
          <ac:chgData name="PADDY DOWNEY - STUDENT" userId="7141d2da-3ab5-4cce-a759-a721c0c6e88a" providerId="ADAL" clId="{C556EC72-24F3-4EBB-BCC2-978374A5599D}" dt="2025-04-27T10:28:42.667" v="1469"/>
          <ac:spMkLst>
            <pc:docMk/>
            <pc:sldMk cId="1290362156" sldId="263"/>
            <ac:spMk id="14" creationId="{F0A30398-08B7-5109-8B0D-DE06A336B48E}"/>
          </ac:spMkLst>
        </pc:spChg>
        <pc:spChg chg="add del">
          <ac:chgData name="PADDY DOWNEY - STUDENT" userId="7141d2da-3ab5-4cce-a759-a721c0c6e88a" providerId="ADAL" clId="{C556EC72-24F3-4EBB-BCC2-978374A5599D}" dt="2025-04-27T10:28:55.935" v="1471" actId="26606"/>
          <ac:spMkLst>
            <pc:docMk/>
            <pc:sldMk cId="1290362156" sldId="263"/>
            <ac:spMk id="15" creationId="{063BBA22-50EA-4C4D-BE05-F1CE4E63AA56}"/>
          </ac:spMkLst>
        </pc:spChg>
        <pc:spChg chg="del">
          <ac:chgData name="PADDY DOWNEY - STUDENT" userId="7141d2da-3ab5-4cce-a759-a721c0c6e88a" providerId="ADAL" clId="{C556EC72-24F3-4EBB-BCC2-978374A5599D}" dt="2025-04-27T10:28:42.667" v="1469"/>
          <ac:spMkLst>
            <pc:docMk/>
            <pc:sldMk cId="1290362156" sldId="263"/>
            <ac:spMk id="16" creationId="{C7687BFE-570E-F14E-0897-5600EB0B8E61}"/>
          </ac:spMkLst>
        </pc:spChg>
        <pc:spChg chg="add del">
          <ac:chgData name="PADDY DOWNEY - STUDENT" userId="7141d2da-3ab5-4cce-a759-a721c0c6e88a" providerId="ADAL" clId="{C556EC72-24F3-4EBB-BCC2-978374A5599D}" dt="2025-04-27T10:29:48.354" v="1521" actId="26606"/>
          <ac:spMkLst>
            <pc:docMk/>
            <pc:sldMk cId="1290362156" sldId="263"/>
            <ac:spMk id="17" creationId="{1B15ED52-F352-441B-82BF-E0EA34836D08}"/>
          </ac:spMkLst>
        </pc:spChg>
        <pc:spChg chg="add del">
          <ac:chgData name="PADDY DOWNEY - STUDENT" userId="7141d2da-3ab5-4cce-a759-a721c0c6e88a" providerId="ADAL" clId="{C556EC72-24F3-4EBB-BCC2-978374A5599D}" dt="2025-04-27T10:29:48.354" v="1521" actId="26606"/>
          <ac:spMkLst>
            <pc:docMk/>
            <pc:sldMk cId="1290362156" sldId="263"/>
            <ac:spMk id="18" creationId="{3B2E3793-BFE6-45A2-9B7B-E18844431C99}"/>
          </ac:spMkLst>
        </pc:spChg>
        <pc:spChg chg="add del">
          <ac:chgData name="PADDY DOWNEY - STUDENT" userId="7141d2da-3ab5-4cce-a759-a721c0c6e88a" providerId="ADAL" clId="{C556EC72-24F3-4EBB-BCC2-978374A5599D}" dt="2025-04-27T10:29:48.354" v="1521" actId="26606"/>
          <ac:spMkLst>
            <pc:docMk/>
            <pc:sldMk cId="1290362156" sldId="263"/>
            <ac:spMk id="19" creationId="{BC4C4868-CB8F-4AF9-9CDB-8108F2C19B67}"/>
          </ac:spMkLst>
        </pc:spChg>
        <pc:spChg chg="add">
          <ac:chgData name="PADDY DOWNEY - STUDENT" userId="7141d2da-3ab5-4cce-a759-a721c0c6e88a" providerId="ADAL" clId="{C556EC72-24F3-4EBB-BCC2-978374A5599D}" dt="2025-04-27T10:28:55.945" v="1472" actId="26606"/>
          <ac:spMkLst>
            <pc:docMk/>
            <pc:sldMk cId="1290362156" sldId="263"/>
            <ac:spMk id="20" creationId="{375E0459-6403-40CD-989D-56A4407CA12E}"/>
          </ac:spMkLst>
        </pc:spChg>
        <pc:spChg chg="add del">
          <ac:chgData name="PADDY DOWNEY - STUDENT" userId="7141d2da-3ab5-4cce-a759-a721c0c6e88a" providerId="ADAL" clId="{C556EC72-24F3-4EBB-BCC2-978374A5599D}" dt="2025-04-27T10:29:48.354" v="1521" actId="26606"/>
          <ac:spMkLst>
            <pc:docMk/>
            <pc:sldMk cId="1290362156" sldId="263"/>
            <ac:spMk id="21" creationId="{53E5B1A8-3AC9-4BD1-9BBC-78CA94F2D1BA}"/>
          </ac:spMkLst>
        </pc:spChg>
        <pc:spChg chg="add del mod">
          <ac:chgData name="PADDY DOWNEY - STUDENT" userId="7141d2da-3ab5-4cce-a759-a721c0c6e88a" providerId="ADAL" clId="{C556EC72-24F3-4EBB-BCC2-978374A5599D}" dt="2025-04-27T10:29:43.748" v="1520"/>
          <ac:spMkLst>
            <pc:docMk/>
            <pc:sldMk cId="1290362156" sldId="263"/>
            <ac:spMk id="22" creationId="{8EF7E622-E6E1-D2E4-F42F-70191D39B321}"/>
          </ac:spMkLst>
        </pc:spChg>
        <pc:spChg chg="add del mod">
          <ac:chgData name="PADDY DOWNEY - STUDENT" userId="7141d2da-3ab5-4cce-a759-a721c0c6e88a" providerId="ADAL" clId="{C556EC72-24F3-4EBB-BCC2-978374A5599D}" dt="2025-04-27T10:32:23.611" v="1536"/>
          <ac:spMkLst>
            <pc:docMk/>
            <pc:sldMk cId="1290362156" sldId="263"/>
            <ac:spMk id="23" creationId="{A1CCF93E-2022-B864-45F5-3FAACD09B7DB}"/>
          </ac:spMkLst>
        </pc:spChg>
        <pc:spChg chg="add">
          <ac:chgData name="PADDY DOWNEY - STUDENT" userId="7141d2da-3ab5-4cce-a759-a721c0c6e88a" providerId="ADAL" clId="{C556EC72-24F3-4EBB-BCC2-978374A5599D}" dt="2025-04-27T10:31:51.038" v="1531"/>
          <ac:spMkLst>
            <pc:docMk/>
            <pc:sldMk cId="1290362156" sldId="263"/>
            <ac:spMk id="24" creationId="{DF4A46BB-8EAD-7A01-D2AB-5A25C0CA2B79}"/>
          </ac:spMkLst>
        </pc:spChg>
        <pc:spChg chg="add del mod">
          <ac:chgData name="PADDY DOWNEY - STUDENT" userId="7141d2da-3ab5-4cce-a759-a721c0c6e88a" providerId="ADAL" clId="{C556EC72-24F3-4EBB-BCC2-978374A5599D}" dt="2025-04-27T10:32:30.163" v="1537" actId="26606"/>
          <ac:spMkLst>
            <pc:docMk/>
            <pc:sldMk cId="1290362156" sldId="263"/>
            <ac:spMk id="25" creationId="{0DD609C7-4773-5EE0-0230-F24486AA5FBA}"/>
          </ac:spMkLst>
        </pc:spChg>
        <pc:spChg chg="add">
          <ac:chgData name="PADDY DOWNEY - STUDENT" userId="7141d2da-3ab5-4cce-a759-a721c0c6e88a" providerId="ADAL" clId="{C556EC72-24F3-4EBB-BCC2-978374A5599D}" dt="2025-04-27T10:29:48.354" v="1521" actId="26606"/>
          <ac:spMkLst>
            <pc:docMk/>
            <pc:sldMk cId="1290362156" sldId="263"/>
            <ac:spMk id="28" creationId="{1B15ED52-F352-441B-82BF-E0EA34836D08}"/>
          </ac:spMkLst>
        </pc:spChg>
        <pc:spChg chg="add">
          <ac:chgData name="PADDY DOWNEY - STUDENT" userId="7141d2da-3ab5-4cce-a759-a721c0c6e88a" providerId="ADAL" clId="{C556EC72-24F3-4EBB-BCC2-978374A5599D}" dt="2025-04-27T10:29:48.354" v="1521" actId="26606"/>
          <ac:spMkLst>
            <pc:docMk/>
            <pc:sldMk cId="1290362156" sldId="263"/>
            <ac:spMk id="30" creationId="{3B2E3793-BFE6-45A2-9B7B-E18844431C99}"/>
          </ac:spMkLst>
        </pc:spChg>
        <pc:spChg chg="add">
          <ac:chgData name="PADDY DOWNEY - STUDENT" userId="7141d2da-3ab5-4cce-a759-a721c0c6e88a" providerId="ADAL" clId="{C556EC72-24F3-4EBB-BCC2-978374A5599D}" dt="2025-04-27T10:29:48.354" v="1521" actId="26606"/>
          <ac:spMkLst>
            <pc:docMk/>
            <pc:sldMk cId="1290362156" sldId="263"/>
            <ac:spMk id="32" creationId="{BC4C4868-CB8F-4AF9-9CDB-8108F2C19B67}"/>
          </ac:spMkLst>
        </pc:spChg>
        <pc:spChg chg="add">
          <ac:chgData name="PADDY DOWNEY - STUDENT" userId="7141d2da-3ab5-4cce-a759-a721c0c6e88a" providerId="ADAL" clId="{C556EC72-24F3-4EBB-BCC2-978374A5599D}" dt="2025-04-27T10:29:48.354" v="1521" actId="26606"/>
          <ac:spMkLst>
            <pc:docMk/>
            <pc:sldMk cId="1290362156" sldId="263"/>
            <ac:spMk id="34" creationId="{375E0459-6403-40CD-989D-56A4407CA12E}"/>
          </ac:spMkLst>
        </pc:spChg>
        <pc:spChg chg="add">
          <ac:chgData name="PADDY DOWNEY - STUDENT" userId="7141d2da-3ab5-4cce-a759-a721c0c6e88a" providerId="ADAL" clId="{C556EC72-24F3-4EBB-BCC2-978374A5599D}" dt="2025-04-27T10:29:48.354" v="1521" actId="26606"/>
          <ac:spMkLst>
            <pc:docMk/>
            <pc:sldMk cId="1290362156" sldId="263"/>
            <ac:spMk id="36" creationId="{53E5B1A8-3AC9-4BD1-9BBC-78CA94F2D1BA}"/>
          </ac:spMkLst>
        </pc:spChg>
        <pc:graphicFrameChg chg="add del">
          <ac:chgData name="PADDY DOWNEY - STUDENT" userId="7141d2da-3ab5-4cce-a759-a721c0c6e88a" providerId="ADAL" clId="{C556EC72-24F3-4EBB-BCC2-978374A5599D}" dt="2025-04-27T10:28:55.935" v="1471" actId="26606"/>
          <ac:graphicFrameMkLst>
            <pc:docMk/>
            <pc:sldMk cId="1290362156" sldId="263"/>
            <ac:graphicFrameMk id="5" creationId="{26E25C50-5A5F-C0B4-B8C1-134519699B09}"/>
          </ac:graphicFrameMkLst>
        </pc:graphicFrameChg>
        <pc:graphicFrameChg chg="add mod">
          <ac:chgData name="PADDY DOWNEY - STUDENT" userId="7141d2da-3ab5-4cce-a759-a721c0c6e88a" providerId="ADAL" clId="{C556EC72-24F3-4EBB-BCC2-978374A5599D}" dt="2025-04-27T10:35:46.579" v="1626" actId="20577"/>
          <ac:graphicFrameMkLst>
            <pc:docMk/>
            <pc:sldMk cId="1290362156" sldId="263"/>
            <ac:graphicFrameMk id="38" creationId="{301C2248-74B6-38FA-404D-E1DFD6406CE3}"/>
          </ac:graphicFrameMkLst>
        </pc:graphicFrameChg>
      </pc:sldChg>
      <pc:sldChg chg="addSp delSp modSp new mod setBg">
        <pc:chgData name="PADDY DOWNEY - STUDENT" userId="7141d2da-3ab5-4cce-a759-a721c0c6e88a" providerId="ADAL" clId="{C556EC72-24F3-4EBB-BCC2-978374A5599D}" dt="2025-04-27T10:49:07.459" v="2272" actId="26606"/>
        <pc:sldMkLst>
          <pc:docMk/>
          <pc:sldMk cId="2341241204" sldId="264"/>
        </pc:sldMkLst>
        <pc:spChg chg="mod">
          <ac:chgData name="PADDY DOWNEY - STUDENT" userId="7141d2da-3ab5-4cce-a759-a721c0c6e88a" providerId="ADAL" clId="{C556EC72-24F3-4EBB-BCC2-978374A5599D}" dt="2025-04-27T10:49:07.459" v="2272" actId="26606"/>
          <ac:spMkLst>
            <pc:docMk/>
            <pc:sldMk cId="2341241204" sldId="264"/>
            <ac:spMk id="2" creationId="{1294909E-7462-DE7E-6BE7-78905DF02C88}"/>
          </ac:spMkLst>
        </pc:spChg>
        <pc:spChg chg="add del mod">
          <ac:chgData name="PADDY DOWNEY - STUDENT" userId="7141d2da-3ab5-4cce-a759-a721c0c6e88a" providerId="ADAL" clId="{C556EC72-24F3-4EBB-BCC2-978374A5599D}" dt="2025-04-27T10:49:07.459" v="2272" actId="26606"/>
          <ac:spMkLst>
            <pc:docMk/>
            <pc:sldMk cId="2341241204" sldId="264"/>
            <ac:spMk id="3" creationId="{D876F804-A498-8503-5937-0969078D2CBA}"/>
          </ac:spMkLst>
        </pc:spChg>
        <pc:spChg chg="add del">
          <ac:chgData name="PADDY DOWNEY - STUDENT" userId="7141d2da-3ab5-4cce-a759-a721c0c6e88a" providerId="ADAL" clId="{C556EC72-24F3-4EBB-BCC2-978374A5599D}" dt="2025-04-27T10:49:07.412" v="2271" actId="26606"/>
          <ac:spMkLst>
            <pc:docMk/>
            <pc:sldMk cId="2341241204" sldId="264"/>
            <ac:spMk id="9" creationId="{BACC6370-2D7E-4714-9D71-7542949D7D5D}"/>
          </ac:spMkLst>
        </pc:spChg>
        <pc:spChg chg="add del">
          <ac:chgData name="PADDY DOWNEY - STUDENT" userId="7141d2da-3ab5-4cce-a759-a721c0c6e88a" providerId="ADAL" clId="{C556EC72-24F3-4EBB-BCC2-978374A5599D}" dt="2025-04-27T10:49:07.412" v="2271" actId="26606"/>
          <ac:spMkLst>
            <pc:docMk/>
            <pc:sldMk cId="2341241204" sldId="264"/>
            <ac:spMk id="11" creationId="{F68B3F68-107C-434F-AA38-110D5EA91B85}"/>
          </ac:spMkLst>
        </pc:spChg>
        <pc:spChg chg="add del">
          <ac:chgData name="PADDY DOWNEY - STUDENT" userId="7141d2da-3ab5-4cce-a759-a721c0c6e88a" providerId="ADAL" clId="{C556EC72-24F3-4EBB-BCC2-978374A5599D}" dt="2025-04-27T10:49:07.412" v="2271" actId="26606"/>
          <ac:spMkLst>
            <pc:docMk/>
            <pc:sldMk cId="2341241204" sldId="264"/>
            <ac:spMk id="13" creationId="{AAD0DBB9-1A4B-4391-81D4-CB19F9AB918A}"/>
          </ac:spMkLst>
        </pc:spChg>
        <pc:spChg chg="add del">
          <ac:chgData name="PADDY DOWNEY - STUDENT" userId="7141d2da-3ab5-4cce-a759-a721c0c6e88a" providerId="ADAL" clId="{C556EC72-24F3-4EBB-BCC2-978374A5599D}" dt="2025-04-27T10:49:07.412" v="2271" actId="26606"/>
          <ac:spMkLst>
            <pc:docMk/>
            <pc:sldMk cId="2341241204" sldId="264"/>
            <ac:spMk id="15" creationId="{063BBA22-50EA-4C4D-BE05-F1CE4E63AA56}"/>
          </ac:spMkLst>
        </pc:spChg>
        <pc:spChg chg="add">
          <ac:chgData name="PADDY DOWNEY - STUDENT" userId="7141d2da-3ab5-4cce-a759-a721c0c6e88a" providerId="ADAL" clId="{C556EC72-24F3-4EBB-BCC2-978374A5599D}" dt="2025-04-27T10:49:07.459" v="2272" actId="26606"/>
          <ac:spMkLst>
            <pc:docMk/>
            <pc:sldMk cId="2341241204" sldId="264"/>
            <ac:spMk id="17" creationId="{BACC6370-2D7E-4714-9D71-7542949D7D5D}"/>
          </ac:spMkLst>
        </pc:spChg>
        <pc:spChg chg="add">
          <ac:chgData name="PADDY DOWNEY - STUDENT" userId="7141d2da-3ab5-4cce-a759-a721c0c6e88a" providerId="ADAL" clId="{C556EC72-24F3-4EBB-BCC2-978374A5599D}" dt="2025-04-27T10:49:07.459" v="2272" actId="26606"/>
          <ac:spMkLst>
            <pc:docMk/>
            <pc:sldMk cId="2341241204" sldId="264"/>
            <ac:spMk id="18" creationId="{F68B3F68-107C-434F-AA38-110D5EA91B85}"/>
          </ac:spMkLst>
        </pc:spChg>
        <pc:spChg chg="add">
          <ac:chgData name="PADDY DOWNEY - STUDENT" userId="7141d2da-3ab5-4cce-a759-a721c0c6e88a" providerId="ADAL" clId="{C556EC72-24F3-4EBB-BCC2-978374A5599D}" dt="2025-04-27T10:49:07.459" v="2272" actId="26606"/>
          <ac:spMkLst>
            <pc:docMk/>
            <pc:sldMk cId="2341241204" sldId="264"/>
            <ac:spMk id="19" creationId="{AAD0DBB9-1A4B-4391-81D4-CB19F9AB918A}"/>
          </ac:spMkLst>
        </pc:spChg>
        <pc:spChg chg="add">
          <ac:chgData name="PADDY DOWNEY - STUDENT" userId="7141d2da-3ab5-4cce-a759-a721c0c6e88a" providerId="ADAL" clId="{C556EC72-24F3-4EBB-BCC2-978374A5599D}" dt="2025-04-27T10:49:07.459" v="2272" actId="26606"/>
          <ac:spMkLst>
            <pc:docMk/>
            <pc:sldMk cId="2341241204" sldId="264"/>
            <ac:spMk id="20" creationId="{063BBA22-50EA-4C4D-BE05-F1CE4E63AA56}"/>
          </ac:spMkLst>
        </pc:spChg>
        <pc:graphicFrameChg chg="add del">
          <ac:chgData name="PADDY DOWNEY - STUDENT" userId="7141d2da-3ab5-4cce-a759-a721c0c6e88a" providerId="ADAL" clId="{C556EC72-24F3-4EBB-BCC2-978374A5599D}" dt="2025-04-27T10:49:07.412" v="2271" actId="26606"/>
          <ac:graphicFrameMkLst>
            <pc:docMk/>
            <pc:sldMk cId="2341241204" sldId="264"/>
            <ac:graphicFrameMk id="5" creationId="{8F04E134-20D5-4468-F145-CC09453816E5}"/>
          </ac:graphicFrameMkLst>
        </pc:graphicFrameChg>
        <pc:graphicFrameChg chg="add">
          <ac:chgData name="PADDY DOWNEY - STUDENT" userId="7141d2da-3ab5-4cce-a759-a721c0c6e88a" providerId="ADAL" clId="{C556EC72-24F3-4EBB-BCC2-978374A5599D}" dt="2025-04-27T10:49:07.459" v="2272" actId="26606"/>
          <ac:graphicFrameMkLst>
            <pc:docMk/>
            <pc:sldMk cId="2341241204" sldId="264"/>
            <ac:graphicFrameMk id="21" creationId="{74BCF111-C967-8E23-7ABB-A062A9D8F22E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294F51-26D8-4B99-BB1D-E7CBA19CD09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5B920B0-4AF5-4A9E-A9F9-5286BB82B9E5}">
      <dgm:prSet/>
      <dgm:spPr/>
      <dgm:t>
        <a:bodyPr/>
        <a:lstStyle/>
        <a:p>
          <a:r>
            <a:rPr lang="en-GB" b="1"/>
            <a:t>React – React Hooks, Context API</a:t>
          </a:r>
          <a:endParaRPr lang="en-US"/>
        </a:p>
      </dgm:t>
    </dgm:pt>
    <dgm:pt modelId="{3C7623E8-6F3C-452E-B61F-B2AD5D6C66A3}" type="parTrans" cxnId="{24D209DD-24C2-4BF8-BB2B-475F83207E67}">
      <dgm:prSet/>
      <dgm:spPr/>
      <dgm:t>
        <a:bodyPr/>
        <a:lstStyle/>
        <a:p>
          <a:endParaRPr lang="en-US"/>
        </a:p>
      </dgm:t>
    </dgm:pt>
    <dgm:pt modelId="{36369DE1-F0F9-4D97-8E58-C0B7C554959D}" type="sibTrans" cxnId="{24D209DD-24C2-4BF8-BB2B-475F83207E67}">
      <dgm:prSet/>
      <dgm:spPr/>
      <dgm:t>
        <a:bodyPr/>
        <a:lstStyle/>
        <a:p>
          <a:endParaRPr lang="en-US"/>
        </a:p>
      </dgm:t>
    </dgm:pt>
    <dgm:pt modelId="{F3472E7D-21FF-4A2C-9FD5-1B8C0661391F}">
      <dgm:prSet/>
      <dgm:spPr/>
      <dgm:t>
        <a:bodyPr/>
        <a:lstStyle/>
        <a:p>
          <a:r>
            <a:rPr lang="en-GB" b="1"/>
            <a:t>RESTful API development – CRUD operations, Error handling and route separation</a:t>
          </a:r>
          <a:endParaRPr lang="en-US"/>
        </a:p>
      </dgm:t>
    </dgm:pt>
    <dgm:pt modelId="{BE3A29DA-FC1C-4691-AC13-31AD80FF3582}" type="parTrans" cxnId="{EDB995D0-0633-473C-AD22-94D0B5677C07}">
      <dgm:prSet/>
      <dgm:spPr/>
      <dgm:t>
        <a:bodyPr/>
        <a:lstStyle/>
        <a:p>
          <a:endParaRPr lang="en-US"/>
        </a:p>
      </dgm:t>
    </dgm:pt>
    <dgm:pt modelId="{FD13C8BB-6385-4B41-895E-27CCA740F822}" type="sibTrans" cxnId="{EDB995D0-0633-473C-AD22-94D0B5677C07}">
      <dgm:prSet/>
      <dgm:spPr/>
      <dgm:t>
        <a:bodyPr/>
        <a:lstStyle/>
        <a:p>
          <a:endParaRPr lang="en-US"/>
        </a:p>
      </dgm:t>
    </dgm:pt>
    <dgm:pt modelId="{721CEA2C-A05E-4898-98C0-CD4ABC792FF0}">
      <dgm:prSet/>
      <dgm:spPr/>
      <dgm:t>
        <a:bodyPr/>
        <a:lstStyle/>
        <a:p>
          <a:r>
            <a:rPr lang="en-IE" b="1"/>
            <a:t>Database Architecture – MongoDB, Express.js, node.js, Multer</a:t>
          </a:r>
          <a:endParaRPr lang="en-US"/>
        </a:p>
      </dgm:t>
    </dgm:pt>
    <dgm:pt modelId="{2206874C-C5B7-4532-ABF3-3AC49C79086A}" type="parTrans" cxnId="{543D94F8-0089-49C9-BAD9-6B071A0AF2E2}">
      <dgm:prSet/>
      <dgm:spPr/>
      <dgm:t>
        <a:bodyPr/>
        <a:lstStyle/>
        <a:p>
          <a:endParaRPr lang="en-US"/>
        </a:p>
      </dgm:t>
    </dgm:pt>
    <dgm:pt modelId="{D62FE9CA-D19A-423A-9A56-7B369311BEFA}" type="sibTrans" cxnId="{543D94F8-0089-49C9-BAD9-6B071A0AF2E2}">
      <dgm:prSet/>
      <dgm:spPr/>
      <dgm:t>
        <a:bodyPr/>
        <a:lstStyle/>
        <a:p>
          <a:endParaRPr lang="en-US"/>
        </a:p>
      </dgm:t>
    </dgm:pt>
    <dgm:pt modelId="{F87671BA-A8B9-4C82-AC8B-D179B306CE56}">
      <dgm:prSet/>
      <dgm:spPr/>
      <dgm:t>
        <a:bodyPr/>
        <a:lstStyle/>
        <a:p>
          <a:r>
            <a:rPr lang="en-IE" b="1" dirty="0"/>
            <a:t>Security – </a:t>
          </a:r>
          <a:r>
            <a:rPr lang="en-IE" b="1" dirty="0" err="1"/>
            <a:t>Bcrypt</a:t>
          </a:r>
          <a:r>
            <a:rPr lang="en-IE" b="1" dirty="0"/>
            <a:t> password hashing</a:t>
          </a:r>
          <a:endParaRPr lang="en-US" dirty="0"/>
        </a:p>
      </dgm:t>
    </dgm:pt>
    <dgm:pt modelId="{D91232E8-3451-4CDA-8BBE-09B84470981E}" type="parTrans" cxnId="{E1CDA450-1A4C-4B30-A0E4-5439087D40EF}">
      <dgm:prSet/>
      <dgm:spPr/>
      <dgm:t>
        <a:bodyPr/>
        <a:lstStyle/>
        <a:p>
          <a:endParaRPr lang="en-US"/>
        </a:p>
      </dgm:t>
    </dgm:pt>
    <dgm:pt modelId="{7A39BB4E-2763-4E2F-89CE-7B3EF68683B1}" type="sibTrans" cxnId="{E1CDA450-1A4C-4B30-A0E4-5439087D40EF}">
      <dgm:prSet/>
      <dgm:spPr/>
      <dgm:t>
        <a:bodyPr/>
        <a:lstStyle/>
        <a:p>
          <a:endParaRPr lang="en-US"/>
        </a:p>
      </dgm:t>
    </dgm:pt>
    <dgm:pt modelId="{2F61B22A-6351-4629-98C6-C7BB12544D1D}">
      <dgm:prSet/>
      <dgm:spPr/>
      <dgm:t>
        <a:bodyPr/>
        <a:lstStyle/>
        <a:p>
          <a:r>
            <a:rPr lang="en-IE" b="1"/>
            <a:t>API Integration – Google Maps API, OpenWeatherMap API, Serp API</a:t>
          </a:r>
          <a:endParaRPr lang="en-US"/>
        </a:p>
      </dgm:t>
    </dgm:pt>
    <dgm:pt modelId="{5D2CCBDB-4C7F-4C26-81F8-0A9AA582A9D3}" type="parTrans" cxnId="{AA4604BC-E4C0-4AAB-8DF6-00E6E437ECDA}">
      <dgm:prSet/>
      <dgm:spPr/>
      <dgm:t>
        <a:bodyPr/>
        <a:lstStyle/>
        <a:p>
          <a:endParaRPr lang="en-US"/>
        </a:p>
      </dgm:t>
    </dgm:pt>
    <dgm:pt modelId="{FFA108F6-5F5D-462B-B2AA-BC112AD85EE4}" type="sibTrans" cxnId="{AA4604BC-E4C0-4AAB-8DF6-00E6E437ECDA}">
      <dgm:prSet/>
      <dgm:spPr/>
      <dgm:t>
        <a:bodyPr/>
        <a:lstStyle/>
        <a:p>
          <a:endParaRPr lang="en-US"/>
        </a:p>
      </dgm:t>
    </dgm:pt>
    <dgm:pt modelId="{116C965A-F6DB-46CE-92B7-DC35FFF718F8}">
      <dgm:prSet/>
      <dgm:spPr/>
      <dgm:t>
        <a:bodyPr/>
        <a:lstStyle/>
        <a:p>
          <a:r>
            <a:rPr lang="en-IE" b="1"/>
            <a:t>Axios for HTTP requests with timeout handling</a:t>
          </a:r>
          <a:endParaRPr lang="en-US"/>
        </a:p>
      </dgm:t>
    </dgm:pt>
    <dgm:pt modelId="{AB98FAEC-85E0-4DB9-B335-D7FBFCB2EB3B}" type="parTrans" cxnId="{16F9D0D8-7300-4EA1-9A71-3CC2FD9C44A6}">
      <dgm:prSet/>
      <dgm:spPr/>
      <dgm:t>
        <a:bodyPr/>
        <a:lstStyle/>
        <a:p>
          <a:endParaRPr lang="en-US"/>
        </a:p>
      </dgm:t>
    </dgm:pt>
    <dgm:pt modelId="{9A82F011-B92A-41C1-A023-4417A0163C20}" type="sibTrans" cxnId="{16F9D0D8-7300-4EA1-9A71-3CC2FD9C44A6}">
      <dgm:prSet/>
      <dgm:spPr/>
      <dgm:t>
        <a:bodyPr/>
        <a:lstStyle/>
        <a:p>
          <a:endParaRPr lang="en-US"/>
        </a:p>
      </dgm:t>
    </dgm:pt>
    <dgm:pt modelId="{3D793325-7029-4210-B32F-746B4390A517}">
      <dgm:prSet/>
      <dgm:spPr/>
      <dgm:t>
        <a:bodyPr/>
        <a:lstStyle/>
        <a:p>
          <a:r>
            <a:rPr lang="en-IE" b="1"/>
            <a:t>UI Design – CSS styling </a:t>
          </a:r>
          <a:endParaRPr lang="en-US"/>
        </a:p>
      </dgm:t>
    </dgm:pt>
    <dgm:pt modelId="{B7A088A2-AEF3-4B7B-9CF3-39D5B75E2ECA}" type="parTrans" cxnId="{5854E6B6-A1F5-4491-9FE6-CF858E1BDB10}">
      <dgm:prSet/>
      <dgm:spPr/>
      <dgm:t>
        <a:bodyPr/>
        <a:lstStyle/>
        <a:p>
          <a:endParaRPr lang="en-US"/>
        </a:p>
      </dgm:t>
    </dgm:pt>
    <dgm:pt modelId="{CDB71340-492D-49A5-81FF-21C1A9F7D286}" type="sibTrans" cxnId="{5854E6B6-A1F5-4491-9FE6-CF858E1BDB10}">
      <dgm:prSet/>
      <dgm:spPr/>
      <dgm:t>
        <a:bodyPr/>
        <a:lstStyle/>
        <a:p>
          <a:endParaRPr lang="en-US"/>
        </a:p>
      </dgm:t>
    </dgm:pt>
    <dgm:pt modelId="{E638535E-579C-4BF6-848E-88AD29C17F6C}" type="pres">
      <dgm:prSet presAssocID="{F7294F51-26D8-4B99-BB1D-E7CBA19CD097}" presName="root" presStyleCnt="0">
        <dgm:presLayoutVars>
          <dgm:dir/>
          <dgm:resizeHandles val="exact"/>
        </dgm:presLayoutVars>
      </dgm:prSet>
      <dgm:spPr/>
    </dgm:pt>
    <dgm:pt modelId="{6D886CDB-32C9-4259-B1BE-3875ADE12BEA}" type="pres">
      <dgm:prSet presAssocID="{F7294F51-26D8-4B99-BB1D-E7CBA19CD097}" presName="container" presStyleCnt="0">
        <dgm:presLayoutVars>
          <dgm:dir/>
          <dgm:resizeHandles val="exact"/>
        </dgm:presLayoutVars>
      </dgm:prSet>
      <dgm:spPr/>
    </dgm:pt>
    <dgm:pt modelId="{AA09D3C1-1BC3-4F92-955D-739CAE026248}" type="pres">
      <dgm:prSet presAssocID="{D5B920B0-4AF5-4A9E-A9F9-5286BB82B9E5}" presName="compNode" presStyleCnt="0"/>
      <dgm:spPr/>
    </dgm:pt>
    <dgm:pt modelId="{295B5207-E964-4C44-BD6A-4D507CFCF70F}" type="pres">
      <dgm:prSet presAssocID="{D5B920B0-4AF5-4A9E-A9F9-5286BB82B9E5}" presName="iconBgRect" presStyleLbl="bgShp" presStyleIdx="0" presStyleCnt="7"/>
      <dgm:spPr/>
    </dgm:pt>
    <dgm:pt modelId="{D89C4A86-E6A3-4494-9DCA-BCDDE7A53005}" type="pres">
      <dgm:prSet presAssocID="{D5B920B0-4AF5-4A9E-A9F9-5286BB82B9E5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hi"/>
        </a:ext>
      </dgm:extLst>
    </dgm:pt>
    <dgm:pt modelId="{F6D41DCF-5749-4F16-B245-9181FB3BC3F0}" type="pres">
      <dgm:prSet presAssocID="{D5B920B0-4AF5-4A9E-A9F9-5286BB82B9E5}" presName="spaceRect" presStyleCnt="0"/>
      <dgm:spPr/>
    </dgm:pt>
    <dgm:pt modelId="{B0BF633B-DBB4-4C76-A96E-329850BB8853}" type="pres">
      <dgm:prSet presAssocID="{D5B920B0-4AF5-4A9E-A9F9-5286BB82B9E5}" presName="textRect" presStyleLbl="revTx" presStyleIdx="0" presStyleCnt="7">
        <dgm:presLayoutVars>
          <dgm:chMax val="1"/>
          <dgm:chPref val="1"/>
        </dgm:presLayoutVars>
      </dgm:prSet>
      <dgm:spPr/>
    </dgm:pt>
    <dgm:pt modelId="{B338E5AA-09BD-498D-B026-DD906E0A58E2}" type="pres">
      <dgm:prSet presAssocID="{36369DE1-F0F9-4D97-8E58-C0B7C554959D}" presName="sibTrans" presStyleLbl="sibTrans2D1" presStyleIdx="0" presStyleCnt="0"/>
      <dgm:spPr/>
    </dgm:pt>
    <dgm:pt modelId="{378A3C9F-38F9-45BB-95E1-AB79AB435786}" type="pres">
      <dgm:prSet presAssocID="{F3472E7D-21FF-4A2C-9FD5-1B8C0661391F}" presName="compNode" presStyleCnt="0"/>
      <dgm:spPr/>
    </dgm:pt>
    <dgm:pt modelId="{BD492EDC-59FA-401E-BB35-07FC631B9F47}" type="pres">
      <dgm:prSet presAssocID="{F3472E7D-21FF-4A2C-9FD5-1B8C0661391F}" presName="iconBgRect" presStyleLbl="bgShp" presStyleIdx="1" presStyleCnt="7"/>
      <dgm:spPr/>
    </dgm:pt>
    <dgm:pt modelId="{A33D9B31-17BA-412D-BA59-1879D5427606}" type="pres">
      <dgm:prSet presAssocID="{F3472E7D-21FF-4A2C-9FD5-1B8C0661391F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52A3305-9AAA-4F6A-8D41-AE7658F081EC}" type="pres">
      <dgm:prSet presAssocID="{F3472E7D-21FF-4A2C-9FD5-1B8C0661391F}" presName="spaceRect" presStyleCnt="0"/>
      <dgm:spPr/>
    </dgm:pt>
    <dgm:pt modelId="{05E39152-8A4D-41DE-8581-A4EF64F700DB}" type="pres">
      <dgm:prSet presAssocID="{F3472E7D-21FF-4A2C-9FD5-1B8C0661391F}" presName="textRect" presStyleLbl="revTx" presStyleIdx="1" presStyleCnt="7">
        <dgm:presLayoutVars>
          <dgm:chMax val="1"/>
          <dgm:chPref val="1"/>
        </dgm:presLayoutVars>
      </dgm:prSet>
      <dgm:spPr/>
    </dgm:pt>
    <dgm:pt modelId="{DCE0712E-A4DF-4127-813B-06E23A5FD842}" type="pres">
      <dgm:prSet presAssocID="{FD13C8BB-6385-4B41-895E-27CCA740F822}" presName="sibTrans" presStyleLbl="sibTrans2D1" presStyleIdx="0" presStyleCnt="0"/>
      <dgm:spPr/>
    </dgm:pt>
    <dgm:pt modelId="{7D99CD9F-D6F7-48A5-8A1A-91662A75BCFD}" type="pres">
      <dgm:prSet presAssocID="{721CEA2C-A05E-4898-98C0-CD4ABC792FF0}" presName="compNode" presStyleCnt="0"/>
      <dgm:spPr/>
    </dgm:pt>
    <dgm:pt modelId="{B3FDECFD-01BC-47EC-8E9D-F00CE6A50EF1}" type="pres">
      <dgm:prSet presAssocID="{721CEA2C-A05E-4898-98C0-CD4ABC792FF0}" presName="iconBgRect" presStyleLbl="bgShp" presStyleIdx="2" presStyleCnt="7"/>
      <dgm:spPr/>
    </dgm:pt>
    <dgm:pt modelId="{F6856F86-8EE7-4D30-B98A-17E172D3E8F6}" type="pres">
      <dgm:prSet presAssocID="{721CEA2C-A05E-4898-98C0-CD4ABC792FF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77A5254-FA4C-4B48-A83B-97F7644B9F84}" type="pres">
      <dgm:prSet presAssocID="{721CEA2C-A05E-4898-98C0-CD4ABC792FF0}" presName="spaceRect" presStyleCnt="0"/>
      <dgm:spPr/>
    </dgm:pt>
    <dgm:pt modelId="{36A4EBF2-91C5-474E-9BE2-D7291DDEE027}" type="pres">
      <dgm:prSet presAssocID="{721CEA2C-A05E-4898-98C0-CD4ABC792FF0}" presName="textRect" presStyleLbl="revTx" presStyleIdx="2" presStyleCnt="7">
        <dgm:presLayoutVars>
          <dgm:chMax val="1"/>
          <dgm:chPref val="1"/>
        </dgm:presLayoutVars>
      </dgm:prSet>
      <dgm:spPr/>
    </dgm:pt>
    <dgm:pt modelId="{765ABB6D-0F27-4BC4-9C4A-A653C85C78D8}" type="pres">
      <dgm:prSet presAssocID="{D62FE9CA-D19A-423A-9A56-7B369311BEFA}" presName="sibTrans" presStyleLbl="sibTrans2D1" presStyleIdx="0" presStyleCnt="0"/>
      <dgm:spPr/>
    </dgm:pt>
    <dgm:pt modelId="{9800CCA7-EF46-4399-8AD9-93BB3175D58C}" type="pres">
      <dgm:prSet presAssocID="{F87671BA-A8B9-4C82-AC8B-D179B306CE56}" presName="compNode" presStyleCnt="0"/>
      <dgm:spPr/>
    </dgm:pt>
    <dgm:pt modelId="{E19FF329-6069-410F-8111-98CE341BA45F}" type="pres">
      <dgm:prSet presAssocID="{F87671BA-A8B9-4C82-AC8B-D179B306CE56}" presName="iconBgRect" presStyleLbl="bgShp" presStyleIdx="3" presStyleCnt="7"/>
      <dgm:spPr/>
    </dgm:pt>
    <dgm:pt modelId="{A3CD434F-C03E-49E2-8763-53574449720C}" type="pres">
      <dgm:prSet presAssocID="{F87671BA-A8B9-4C82-AC8B-D179B306CE56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0A6731A-5601-4674-A324-C104935C37EA}" type="pres">
      <dgm:prSet presAssocID="{F87671BA-A8B9-4C82-AC8B-D179B306CE56}" presName="spaceRect" presStyleCnt="0"/>
      <dgm:spPr/>
    </dgm:pt>
    <dgm:pt modelId="{C044A819-DB23-42D9-B811-79C577E5D382}" type="pres">
      <dgm:prSet presAssocID="{F87671BA-A8B9-4C82-AC8B-D179B306CE56}" presName="textRect" presStyleLbl="revTx" presStyleIdx="3" presStyleCnt="7">
        <dgm:presLayoutVars>
          <dgm:chMax val="1"/>
          <dgm:chPref val="1"/>
        </dgm:presLayoutVars>
      </dgm:prSet>
      <dgm:spPr/>
    </dgm:pt>
    <dgm:pt modelId="{2D7C894E-456D-4DFA-8E08-A4E0A29CB367}" type="pres">
      <dgm:prSet presAssocID="{7A39BB4E-2763-4E2F-89CE-7B3EF68683B1}" presName="sibTrans" presStyleLbl="sibTrans2D1" presStyleIdx="0" presStyleCnt="0"/>
      <dgm:spPr/>
    </dgm:pt>
    <dgm:pt modelId="{E3B95507-8EA3-46CD-9193-7DC4A8285930}" type="pres">
      <dgm:prSet presAssocID="{2F61B22A-6351-4629-98C6-C7BB12544D1D}" presName="compNode" presStyleCnt="0"/>
      <dgm:spPr/>
    </dgm:pt>
    <dgm:pt modelId="{25A8A9D4-46D7-492E-B649-B63923906744}" type="pres">
      <dgm:prSet presAssocID="{2F61B22A-6351-4629-98C6-C7BB12544D1D}" presName="iconBgRect" presStyleLbl="bgShp" presStyleIdx="4" presStyleCnt="7"/>
      <dgm:spPr/>
    </dgm:pt>
    <dgm:pt modelId="{75293E6A-1D32-4301-9B23-8EDBE403BDAA}" type="pres">
      <dgm:prSet presAssocID="{2F61B22A-6351-4629-98C6-C7BB12544D1D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7C7B5FC-7560-4864-AD94-A8347191806B}" type="pres">
      <dgm:prSet presAssocID="{2F61B22A-6351-4629-98C6-C7BB12544D1D}" presName="spaceRect" presStyleCnt="0"/>
      <dgm:spPr/>
    </dgm:pt>
    <dgm:pt modelId="{66DB530F-77B4-4C70-9530-83BA74F501C2}" type="pres">
      <dgm:prSet presAssocID="{2F61B22A-6351-4629-98C6-C7BB12544D1D}" presName="textRect" presStyleLbl="revTx" presStyleIdx="4" presStyleCnt="7">
        <dgm:presLayoutVars>
          <dgm:chMax val="1"/>
          <dgm:chPref val="1"/>
        </dgm:presLayoutVars>
      </dgm:prSet>
      <dgm:spPr/>
    </dgm:pt>
    <dgm:pt modelId="{A6E3CA95-AB17-41C0-9877-DC077A6B7E70}" type="pres">
      <dgm:prSet presAssocID="{FFA108F6-5F5D-462B-B2AA-BC112AD85EE4}" presName="sibTrans" presStyleLbl="sibTrans2D1" presStyleIdx="0" presStyleCnt="0"/>
      <dgm:spPr/>
    </dgm:pt>
    <dgm:pt modelId="{6A304E85-2686-40A2-8A21-72C76AC72DAB}" type="pres">
      <dgm:prSet presAssocID="{116C965A-F6DB-46CE-92B7-DC35FFF718F8}" presName="compNode" presStyleCnt="0"/>
      <dgm:spPr/>
    </dgm:pt>
    <dgm:pt modelId="{D7E7159E-B6DC-4E68-A6C0-D55349E94F5A}" type="pres">
      <dgm:prSet presAssocID="{116C965A-F6DB-46CE-92B7-DC35FFF718F8}" presName="iconBgRect" presStyleLbl="bgShp" presStyleIdx="5" presStyleCnt="7"/>
      <dgm:spPr/>
    </dgm:pt>
    <dgm:pt modelId="{140CE117-7655-4929-9ED6-5F4EE280FB36}" type="pres">
      <dgm:prSet presAssocID="{116C965A-F6DB-46CE-92B7-DC35FFF718F8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0F1C71A-E0C0-42AE-ACF2-8B458DC19430}" type="pres">
      <dgm:prSet presAssocID="{116C965A-F6DB-46CE-92B7-DC35FFF718F8}" presName="spaceRect" presStyleCnt="0"/>
      <dgm:spPr/>
    </dgm:pt>
    <dgm:pt modelId="{7F7F031A-E6C7-4261-8036-F66AC829072F}" type="pres">
      <dgm:prSet presAssocID="{116C965A-F6DB-46CE-92B7-DC35FFF718F8}" presName="textRect" presStyleLbl="revTx" presStyleIdx="5" presStyleCnt="7">
        <dgm:presLayoutVars>
          <dgm:chMax val="1"/>
          <dgm:chPref val="1"/>
        </dgm:presLayoutVars>
      </dgm:prSet>
      <dgm:spPr/>
    </dgm:pt>
    <dgm:pt modelId="{3156CD67-88A9-4ED9-BD60-ECC593A9B386}" type="pres">
      <dgm:prSet presAssocID="{9A82F011-B92A-41C1-A023-4417A0163C20}" presName="sibTrans" presStyleLbl="sibTrans2D1" presStyleIdx="0" presStyleCnt="0"/>
      <dgm:spPr/>
    </dgm:pt>
    <dgm:pt modelId="{1EAD3D57-82F1-466A-B968-45F14C247AB3}" type="pres">
      <dgm:prSet presAssocID="{3D793325-7029-4210-B32F-746B4390A517}" presName="compNode" presStyleCnt="0"/>
      <dgm:spPr/>
    </dgm:pt>
    <dgm:pt modelId="{BFDCFFDE-300A-4027-8E11-0000A76EBBD4}" type="pres">
      <dgm:prSet presAssocID="{3D793325-7029-4210-B32F-746B4390A517}" presName="iconBgRect" presStyleLbl="bgShp" presStyleIdx="6" presStyleCnt="7"/>
      <dgm:spPr/>
    </dgm:pt>
    <dgm:pt modelId="{1C60D41B-B64C-4382-957A-F4A18389D594}" type="pres">
      <dgm:prSet presAssocID="{3D793325-7029-4210-B32F-746B4390A51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FC62B71-F716-4998-87CB-7A1F8B1A4C79}" type="pres">
      <dgm:prSet presAssocID="{3D793325-7029-4210-B32F-746B4390A517}" presName="spaceRect" presStyleCnt="0"/>
      <dgm:spPr/>
    </dgm:pt>
    <dgm:pt modelId="{F7412A44-C94C-456A-9C0F-0B2023C543A4}" type="pres">
      <dgm:prSet presAssocID="{3D793325-7029-4210-B32F-746B4390A517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44BF1400-5200-458D-957B-106935054EA4}" type="presOf" srcId="{D62FE9CA-D19A-423A-9A56-7B369311BEFA}" destId="{765ABB6D-0F27-4BC4-9C4A-A653C85C78D8}" srcOrd="0" destOrd="0" presId="urn:microsoft.com/office/officeart/2018/2/layout/IconCircleList"/>
    <dgm:cxn modelId="{DB873604-6C5E-4AF7-A9B9-0926754BE5D8}" type="presOf" srcId="{2F61B22A-6351-4629-98C6-C7BB12544D1D}" destId="{66DB530F-77B4-4C70-9530-83BA74F501C2}" srcOrd="0" destOrd="0" presId="urn:microsoft.com/office/officeart/2018/2/layout/IconCircleList"/>
    <dgm:cxn modelId="{46B21807-2225-4325-A519-F22AE514AB8E}" type="presOf" srcId="{FFA108F6-5F5D-462B-B2AA-BC112AD85EE4}" destId="{A6E3CA95-AB17-41C0-9877-DC077A6B7E70}" srcOrd="0" destOrd="0" presId="urn:microsoft.com/office/officeart/2018/2/layout/IconCircleList"/>
    <dgm:cxn modelId="{EFA1F519-157A-4A94-857B-43C5775BE77D}" type="presOf" srcId="{116C965A-F6DB-46CE-92B7-DC35FFF718F8}" destId="{7F7F031A-E6C7-4261-8036-F66AC829072F}" srcOrd="0" destOrd="0" presId="urn:microsoft.com/office/officeart/2018/2/layout/IconCircleList"/>
    <dgm:cxn modelId="{0327DE23-55F5-41EC-AEB3-2E0D100C2FB3}" type="presOf" srcId="{3D793325-7029-4210-B32F-746B4390A517}" destId="{F7412A44-C94C-456A-9C0F-0B2023C543A4}" srcOrd="0" destOrd="0" presId="urn:microsoft.com/office/officeart/2018/2/layout/IconCircleList"/>
    <dgm:cxn modelId="{DBDA1F3A-DC3B-46E7-A339-AFE921927B5C}" type="presOf" srcId="{F3472E7D-21FF-4A2C-9FD5-1B8C0661391F}" destId="{05E39152-8A4D-41DE-8581-A4EF64F700DB}" srcOrd="0" destOrd="0" presId="urn:microsoft.com/office/officeart/2018/2/layout/IconCircleList"/>
    <dgm:cxn modelId="{8EA1A242-AF72-43D1-8627-E91DD07B6DCF}" type="presOf" srcId="{721CEA2C-A05E-4898-98C0-CD4ABC792FF0}" destId="{36A4EBF2-91C5-474E-9BE2-D7291DDEE027}" srcOrd="0" destOrd="0" presId="urn:microsoft.com/office/officeart/2018/2/layout/IconCircleList"/>
    <dgm:cxn modelId="{58F3264B-AFA4-4344-AD4E-48B9E8B1B508}" type="presOf" srcId="{FD13C8BB-6385-4B41-895E-27CCA740F822}" destId="{DCE0712E-A4DF-4127-813B-06E23A5FD842}" srcOrd="0" destOrd="0" presId="urn:microsoft.com/office/officeart/2018/2/layout/IconCircleList"/>
    <dgm:cxn modelId="{81C33D50-5D73-4A63-A9D7-5901EAF8D880}" type="presOf" srcId="{F87671BA-A8B9-4C82-AC8B-D179B306CE56}" destId="{C044A819-DB23-42D9-B811-79C577E5D382}" srcOrd="0" destOrd="0" presId="urn:microsoft.com/office/officeart/2018/2/layout/IconCircleList"/>
    <dgm:cxn modelId="{E1CDA450-1A4C-4B30-A0E4-5439087D40EF}" srcId="{F7294F51-26D8-4B99-BB1D-E7CBA19CD097}" destId="{F87671BA-A8B9-4C82-AC8B-D179B306CE56}" srcOrd="3" destOrd="0" parTransId="{D91232E8-3451-4CDA-8BBE-09B84470981E}" sibTransId="{7A39BB4E-2763-4E2F-89CE-7B3EF68683B1}"/>
    <dgm:cxn modelId="{07816B54-D556-4F0E-9C6A-AD601B134A66}" type="presOf" srcId="{9A82F011-B92A-41C1-A023-4417A0163C20}" destId="{3156CD67-88A9-4ED9-BD60-ECC593A9B386}" srcOrd="0" destOrd="0" presId="urn:microsoft.com/office/officeart/2018/2/layout/IconCircleList"/>
    <dgm:cxn modelId="{FD3DBD5A-76C9-4567-B8D0-2C2025BBD1DB}" type="presOf" srcId="{D5B920B0-4AF5-4A9E-A9F9-5286BB82B9E5}" destId="{B0BF633B-DBB4-4C76-A96E-329850BB8853}" srcOrd="0" destOrd="0" presId="urn:microsoft.com/office/officeart/2018/2/layout/IconCircleList"/>
    <dgm:cxn modelId="{4C18F2AF-23CE-44B9-A41F-34301A6324B5}" type="presOf" srcId="{7A39BB4E-2763-4E2F-89CE-7B3EF68683B1}" destId="{2D7C894E-456D-4DFA-8E08-A4E0A29CB367}" srcOrd="0" destOrd="0" presId="urn:microsoft.com/office/officeart/2018/2/layout/IconCircleList"/>
    <dgm:cxn modelId="{5854E6B6-A1F5-4491-9FE6-CF858E1BDB10}" srcId="{F7294F51-26D8-4B99-BB1D-E7CBA19CD097}" destId="{3D793325-7029-4210-B32F-746B4390A517}" srcOrd="6" destOrd="0" parTransId="{B7A088A2-AEF3-4B7B-9CF3-39D5B75E2ECA}" sibTransId="{CDB71340-492D-49A5-81FF-21C1A9F7D286}"/>
    <dgm:cxn modelId="{378179BB-6DB0-43F8-BCEE-7AAD588BAA19}" type="presOf" srcId="{36369DE1-F0F9-4D97-8E58-C0B7C554959D}" destId="{B338E5AA-09BD-498D-B026-DD906E0A58E2}" srcOrd="0" destOrd="0" presId="urn:microsoft.com/office/officeart/2018/2/layout/IconCircleList"/>
    <dgm:cxn modelId="{AA4604BC-E4C0-4AAB-8DF6-00E6E437ECDA}" srcId="{F7294F51-26D8-4B99-BB1D-E7CBA19CD097}" destId="{2F61B22A-6351-4629-98C6-C7BB12544D1D}" srcOrd="4" destOrd="0" parTransId="{5D2CCBDB-4C7F-4C26-81F8-0A9AA582A9D3}" sibTransId="{FFA108F6-5F5D-462B-B2AA-BC112AD85EE4}"/>
    <dgm:cxn modelId="{EDB995D0-0633-473C-AD22-94D0B5677C07}" srcId="{F7294F51-26D8-4B99-BB1D-E7CBA19CD097}" destId="{F3472E7D-21FF-4A2C-9FD5-1B8C0661391F}" srcOrd="1" destOrd="0" parTransId="{BE3A29DA-FC1C-4691-AC13-31AD80FF3582}" sibTransId="{FD13C8BB-6385-4B41-895E-27CCA740F822}"/>
    <dgm:cxn modelId="{16F9D0D8-7300-4EA1-9A71-3CC2FD9C44A6}" srcId="{F7294F51-26D8-4B99-BB1D-E7CBA19CD097}" destId="{116C965A-F6DB-46CE-92B7-DC35FFF718F8}" srcOrd="5" destOrd="0" parTransId="{AB98FAEC-85E0-4DB9-B335-D7FBFCB2EB3B}" sibTransId="{9A82F011-B92A-41C1-A023-4417A0163C20}"/>
    <dgm:cxn modelId="{24D209DD-24C2-4BF8-BB2B-475F83207E67}" srcId="{F7294F51-26D8-4B99-BB1D-E7CBA19CD097}" destId="{D5B920B0-4AF5-4A9E-A9F9-5286BB82B9E5}" srcOrd="0" destOrd="0" parTransId="{3C7623E8-6F3C-452E-B61F-B2AD5D6C66A3}" sibTransId="{36369DE1-F0F9-4D97-8E58-C0B7C554959D}"/>
    <dgm:cxn modelId="{543D94F8-0089-49C9-BAD9-6B071A0AF2E2}" srcId="{F7294F51-26D8-4B99-BB1D-E7CBA19CD097}" destId="{721CEA2C-A05E-4898-98C0-CD4ABC792FF0}" srcOrd="2" destOrd="0" parTransId="{2206874C-C5B7-4532-ABF3-3AC49C79086A}" sibTransId="{D62FE9CA-D19A-423A-9A56-7B369311BEFA}"/>
    <dgm:cxn modelId="{984E2FFA-F61D-4BE5-A834-3C97D6ABD5BF}" type="presOf" srcId="{F7294F51-26D8-4B99-BB1D-E7CBA19CD097}" destId="{E638535E-579C-4BF6-848E-88AD29C17F6C}" srcOrd="0" destOrd="0" presId="urn:microsoft.com/office/officeart/2018/2/layout/IconCircleList"/>
    <dgm:cxn modelId="{F4618F73-5CF4-433B-AE57-722A9C78E67D}" type="presParOf" srcId="{E638535E-579C-4BF6-848E-88AD29C17F6C}" destId="{6D886CDB-32C9-4259-B1BE-3875ADE12BEA}" srcOrd="0" destOrd="0" presId="urn:microsoft.com/office/officeart/2018/2/layout/IconCircleList"/>
    <dgm:cxn modelId="{ADEB02B3-A56D-4406-88D4-CAD08DA929C1}" type="presParOf" srcId="{6D886CDB-32C9-4259-B1BE-3875ADE12BEA}" destId="{AA09D3C1-1BC3-4F92-955D-739CAE026248}" srcOrd="0" destOrd="0" presId="urn:microsoft.com/office/officeart/2018/2/layout/IconCircleList"/>
    <dgm:cxn modelId="{74B0B308-202D-42E4-B6B6-0880A2B84082}" type="presParOf" srcId="{AA09D3C1-1BC3-4F92-955D-739CAE026248}" destId="{295B5207-E964-4C44-BD6A-4D507CFCF70F}" srcOrd="0" destOrd="0" presId="urn:microsoft.com/office/officeart/2018/2/layout/IconCircleList"/>
    <dgm:cxn modelId="{882D3F16-C4C0-4D30-BA15-208BF8AA7603}" type="presParOf" srcId="{AA09D3C1-1BC3-4F92-955D-739CAE026248}" destId="{D89C4A86-E6A3-4494-9DCA-BCDDE7A53005}" srcOrd="1" destOrd="0" presId="urn:microsoft.com/office/officeart/2018/2/layout/IconCircleList"/>
    <dgm:cxn modelId="{8ADD7D79-4D94-42E3-99C2-297B00522B83}" type="presParOf" srcId="{AA09D3C1-1BC3-4F92-955D-739CAE026248}" destId="{F6D41DCF-5749-4F16-B245-9181FB3BC3F0}" srcOrd="2" destOrd="0" presId="urn:microsoft.com/office/officeart/2018/2/layout/IconCircleList"/>
    <dgm:cxn modelId="{23311D99-73C0-4A43-8B8C-D869BF2EEB73}" type="presParOf" srcId="{AA09D3C1-1BC3-4F92-955D-739CAE026248}" destId="{B0BF633B-DBB4-4C76-A96E-329850BB8853}" srcOrd="3" destOrd="0" presId="urn:microsoft.com/office/officeart/2018/2/layout/IconCircleList"/>
    <dgm:cxn modelId="{B7752547-CD21-465D-B100-23F07F759BE1}" type="presParOf" srcId="{6D886CDB-32C9-4259-B1BE-3875ADE12BEA}" destId="{B338E5AA-09BD-498D-B026-DD906E0A58E2}" srcOrd="1" destOrd="0" presId="urn:microsoft.com/office/officeart/2018/2/layout/IconCircleList"/>
    <dgm:cxn modelId="{8CA9681E-A920-4A06-AA97-5BA2681B78DB}" type="presParOf" srcId="{6D886CDB-32C9-4259-B1BE-3875ADE12BEA}" destId="{378A3C9F-38F9-45BB-95E1-AB79AB435786}" srcOrd="2" destOrd="0" presId="urn:microsoft.com/office/officeart/2018/2/layout/IconCircleList"/>
    <dgm:cxn modelId="{D4EA3E07-1628-4327-B775-B2F9CBA43313}" type="presParOf" srcId="{378A3C9F-38F9-45BB-95E1-AB79AB435786}" destId="{BD492EDC-59FA-401E-BB35-07FC631B9F47}" srcOrd="0" destOrd="0" presId="urn:microsoft.com/office/officeart/2018/2/layout/IconCircleList"/>
    <dgm:cxn modelId="{4DBCBCF2-EADC-49C1-B09B-DA3571FD28B2}" type="presParOf" srcId="{378A3C9F-38F9-45BB-95E1-AB79AB435786}" destId="{A33D9B31-17BA-412D-BA59-1879D5427606}" srcOrd="1" destOrd="0" presId="urn:microsoft.com/office/officeart/2018/2/layout/IconCircleList"/>
    <dgm:cxn modelId="{1ED6D4C4-9EBE-4FBC-8947-3993F1A587D6}" type="presParOf" srcId="{378A3C9F-38F9-45BB-95E1-AB79AB435786}" destId="{752A3305-9AAA-4F6A-8D41-AE7658F081EC}" srcOrd="2" destOrd="0" presId="urn:microsoft.com/office/officeart/2018/2/layout/IconCircleList"/>
    <dgm:cxn modelId="{307F611A-9164-45C5-87EC-FDEB926953B4}" type="presParOf" srcId="{378A3C9F-38F9-45BB-95E1-AB79AB435786}" destId="{05E39152-8A4D-41DE-8581-A4EF64F700DB}" srcOrd="3" destOrd="0" presId="urn:microsoft.com/office/officeart/2018/2/layout/IconCircleList"/>
    <dgm:cxn modelId="{50C4B825-50A9-48BA-BA83-41E79046300A}" type="presParOf" srcId="{6D886CDB-32C9-4259-B1BE-3875ADE12BEA}" destId="{DCE0712E-A4DF-4127-813B-06E23A5FD842}" srcOrd="3" destOrd="0" presId="urn:microsoft.com/office/officeart/2018/2/layout/IconCircleList"/>
    <dgm:cxn modelId="{036B984B-3CE7-47C5-95BF-F18859AEC992}" type="presParOf" srcId="{6D886CDB-32C9-4259-B1BE-3875ADE12BEA}" destId="{7D99CD9F-D6F7-48A5-8A1A-91662A75BCFD}" srcOrd="4" destOrd="0" presId="urn:microsoft.com/office/officeart/2018/2/layout/IconCircleList"/>
    <dgm:cxn modelId="{83A33644-8705-464B-B378-E82BAA2D6E8A}" type="presParOf" srcId="{7D99CD9F-D6F7-48A5-8A1A-91662A75BCFD}" destId="{B3FDECFD-01BC-47EC-8E9D-F00CE6A50EF1}" srcOrd="0" destOrd="0" presId="urn:microsoft.com/office/officeart/2018/2/layout/IconCircleList"/>
    <dgm:cxn modelId="{83BA2CEF-44BD-4439-ABEE-AEF737FBC25E}" type="presParOf" srcId="{7D99CD9F-D6F7-48A5-8A1A-91662A75BCFD}" destId="{F6856F86-8EE7-4D30-B98A-17E172D3E8F6}" srcOrd="1" destOrd="0" presId="urn:microsoft.com/office/officeart/2018/2/layout/IconCircleList"/>
    <dgm:cxn modelId="{52797842-19C5-437B-A312-A6BE7283297A}" type="presParOf" srcId="{7D99CD9F-D6F7-48A5-8A1A-91662A75BCFD}" destId="{277A5254-FA4C-4B48-A83B-97F7644B9F84}" srcOrd="2" destOrd="0" presId="urn:microsoft.com/office/officeart/2018/2/layout/IconCircleList"/>
    <dgm:cxn modelId="{2117727E-C3B0-4190-BA26-30F7E8D83962}" type="presParOf" srcId="{7D99CD9F-D6F7-48A5-8A1A-91662A75BCFD}" destId="{36A4EBF2-91C5-474E-9BE2-D7291DDEE027}" srcOrd="3" destOrd="0" presId="urn:microsoft.com/office/officeart/2018/2/layout/IconCircleList"/>
    <dgm:cxn modelId="{3F0E6A9A-4616-412C-8EC9-AE11ADBF171D}" type="presParOf" srcId="{6D886CDB-32C9-4259-B1BE-3875ADE12BEA}" destId="{765ABB6D-0F27-4BC4-9C4A-A653C85C78D8}" srcOrd="5" destOrd="0" presId="urn:microsoft.com/office/officeart/2018/2/layout/IconCircleList"/>
    <dgm:cxn modelId="{9DFE9C16-4A8F-462E-81FC-7417F4487139}" type="presParOf" srcId="{6D886CDB-32C9-4259-B1BE-3875ADE12BEA}" destId="{9800CCA7-EF46-4399-8AD9-93BB3175D58C}" srcOrd="6" destOrd="0" presId="urn:microsoft.com/office/officeart/2018/2/layout/IconCircleList"/>
    <dgm:cxn modelId="{B8C96BC8-6884-4806-96DE-919B5ED6766A}" type="presParOf" srcId="{9800CCA7-EF46-4399-8AD9-93BB3175D58C}" destId="{E19FF329-6069-410F-8111-98CE341BA45F}" srcOrd="0" destOrd="0" presId="urn:microsoft.com/office/officeart/2018/2/layout/IconCircleList"/>
    <dgm:cxn modelId="{FF6423EE-81DA-4213-9FF0-A751C707EC98}" type="presParOf" srcId="{9800CCA7-EF46-4399-8AD9-93BB3175D58C}" destId="{A3CD434F-C03E-49E2-8763-53574449720C}" srcOrd="1" destOrd="0" presId="urn:microsoft.com/office/officeart/2018/2/layout/IconCircleList"/>
    <dgm:cxn modelId="{A37A2A1D-61D0-4F3B-8784-670B3C24828A}" type="presParOf" srcId="{9800CCA7-EF46-4399-8AD9-93BB3175D58C}" destId="{F0A6731A-5601-4674-A324-C104935C37EA}" srcOrd="2" destOrd="0" presId="urn:microsoft.com/office/officeart/2018/2/layout/IconCircleList"/>
    <dgm:cxn modelId="{A5B8E230-7474-4EC1-9815-53B00B9121CA}" type="presParOf" srcId="{9800CCA7-EF46-4399-8AD9-93BB3175D58C}" destId="{C044A819-DB23-42D9-B811-79C577E5D382}" srcOrd="3" destOrd="0" presId="urn:microsoft.com/office/officeart/2018/2/layout/IconCircleList"/>
    <dgm:cxn modelId="{D300E3DC-4938-4FF1-8D74-70DBF47410CF}" type="presParOf" srcId="{6D886CDB-32C9-4259-B1BE-3875ADE12BEA}" destId="{2D7C894E-456D-4DFA-8E08-A4E0A29CB367}" srcOrd="7" destOrd="0" presId="urn:microsoft.com/office/officeart/2018/2/layout/IconCircleList"/>
    <dgm:cxn modelId="{733807E9-9C65-49BC-A965-1A6CE805672A}" type="presParOf" srcId="{6D886CDB-32C9-4259-B1BE-3875ADE12BEA}" destId="{E3B95507-8EA3-46CD-9193-7DC4A8285930}" srcOrd="8" destOrd="0" presId="urn:microsoft.com/office/officeart/2018/2/layout/IconCircleList"/>
    <dgm:cxn modelId="{CD53B16E-F375-495F-A864-456599609CF4}" type="presParOf" srcId="{E3B95507-8EA3-46CD-9193-7DC4A8285930}" destId="{25A8A9D4-46D7-492E-B649-B63923906744}" srcOrd="0" destOrd="0" presId="urn:microsoft.com/office/officeart/2018/2/layout/IconCircleList"/>
    <dgm:cxn modelId="{D0C455C7-D133-4D66-9067-087C78133D7B}" type="presParOf" srcId="{E3B95507-8EA3-46CD-9193-7DC4A8285930}" destId="{75293E6A-1D32-4301-9B23-8EDBE403BDAA}" srcOrd="1" destOrd="0" presId="urn:microsoft.com/office/officeart/2018/2/layout/IconCircleList"/>
    <dgm:cxn modelId="{426B467E-BE84-4BF9-AE42-C6443877C23A}" type="presParOf" srcId="{E3B95507-8EA3-46CD-9193-7DC4A8285930}" destId="{17C7B5FC-7560-4864-AD94-A8347191806B}" srcOrd="2" destOrd="0" presId="urn:microsoft.com/office/officeart/2018/2/layout/IconCircleList"/>
    <dgm:cxn modelId="{56B4F5AE-0728-45CB-A3CD-A426CF1086E1}" type="presParOf" srcId="{E3B95507-8EA3-46CD-9193-7DC4A8285930}" destId="{66DB530F-77B4-4C70-9530-83BA74F501C2}" srcOrd="3" destOrd="0" presId="urn:microsoft.com/office/officeart/2018/2/layout/IconCircleList"/>
    <dgm:cxn modelId="{78FD0262-3CC5-40EB-85C9-7EA064537B41}" type="presParOf" srcId="{6D886CDB-32C9-4259-B1BE-3875ADE12BEA}" destId="{A6E3CA95-AB17-41C0-9877-DC077A6B7E70}" srcOrd="9" destOrd="0" presId="urn:microsoft.com/office/officeart/2018/2/layout/IconCircleList"/>
    <dgm:cxn modelId="{1A5BF7DB-6C80-4116-90AF-526E8670A52B}" type="presParOf" srcId="{6D886CDB-32C9-4259-B1BE-3875ADE12BEA}" destId="{6A304E85-2686-40A2-8A21-72C76AC72DAB}" srcOrd="10" destOrd="0" presId="urn:microsoft.com/office/officeart/2018/2/layout/IconCircleList"/>
    <dgm:cxn modelId="{998503E9-26F3-4FAC-A7A1-DA96DFFC5E15}" type="presParOf" srcId="{6A304E85-2686-40A2-8A21-72C76AC72DAB}" destId="{D7E7159E-B6DC-4E68-A6C0-D55349E94F5A}" srcOrd="0" destOrd="0" presId="urn:microsoft.com/office/officeart/2018/2/layout/IconCircleList"/>
    <dgm:cxn modelId="{09028E46-C592-461B-92C8-5E1B6A203FE3}" type="presParOf" srcId="{6A304E85-2686-40A2-8A21-72C76AC72DAB}" destId="{140CE117-7655-4929-9ED6-5F4EE280FB36}" srcOrd="1" destOrd="0" presId="urn:microsoft.com/office/officeart/2018/2/layout/IconCircleList"/>
    <dgm:cxn modelId="{8C88EC72-00FB-49D8-A832-BBE06297BB2D}" type="presParOf" srcId="{6A304E85-2686-40A2-8A21-72C76AC72DAB}" destId="{20F1C71A-E0C0-42AE-ACF2-8B458DC19430}" srcOrd="2" destOrd="0" presId="urn:microsoft.com/office/officeart/2018/2/layout/IconCircleList"/>
    <dgm:cxn modelId="{5152A2A5-ED11-402C-BF97-66A8F22339F4}" type="presParOf" srcId="{6A304E85-2686-40A2-8A21-72C76AC72DAB}" destId="{7F7F031A-E6C7-4261-8036-F66AC829072F}" srcOrd="3" destOrd="0" presId="urn:microsoft.com/office/officeart/2018/2/layout/IconCircleList"/>
    <dgm:cxn modelId="{6DD8D7C9-13B0-4D29-8D9C-0DCAE3E64519}" type="presParOf" srcId="{6D886CDB-32C9-4259-B1BE-3875ADE12BEA}" destId="{3156CD67-88A9-4ED9-BD60-ECC593A9B386}" srcOrd="11" destOrd="0" presId="urn:microsoft.com/office/officeart/2018/2/layout/IconCircleList"/>
    <dgm:cxn modelId="{B15C7ED4-60E3-4643-9E6D-CBD87DBB06EE}" type="presParOf" srcId="{6D886CDB-32C9-4259-B1BE-3875ADE12BEA}" destId="{1EAD3D57-82F1-466A-B968-45F14C247AB3}" srcOrd="12" destOrd="0" presId="urn:microsoft.com/office/officeart/2018/2/layout/IconCircleList"/>
    <dgm:cxn modelId="{666E46D6-1C46-4F4E-B97B-2352A426CC94}" type="presParOf" srcId="{1EAD3D57-82F1-466A-B968-45F14C247AB3}" destId="{BFDCFFDE-300A-4027-8E11-0000A76EBBD4}" srcOrd="0" destOrd="0" presId="urn:microsoft.com/office/officeart/2018/2/layout/IconCircleList"/>
    <dgm:cxn modelId="{FBD5533D-BA4D-4396-969A-CEDDB73B6BD7}" type="presParOf" srcId="{1EAD3D57-82F1-466A-B968-45F14C247AB3}" destId="{1C60D41B-B64C-4382-957A-F4A18389D594}" srcOrd="1" destOrd="0" presId="urn:microsoft.com/office/officeart/2018/2/layout/IconCircleList"/>
    <dgm:cxn modelId="{03CFDF94-D94D-4692-9B8C-4A4C4CED7867}" type="presParOf" srcId="{1EAD3D57-82F1-466A-B968-45F14C247AB3}" destId="{3FC62B71-F716-4998-87CB-7A1F8B1A4C79}" srcOrd="2" destOrd="0" presId="urn:microsoft.com/office/officeart/2018/2/layout/IconCircleList"/>
    <dgm:cxn modelId="{7A579A52-4B15-434B-85BB-1995170A3ED5}" type="presParOf" srcId="{1EAD3D57-82F1-466A-B968-45F14C247AB3}" destId="{F7412A44-C94C-456A-9C0F-0B2023C543A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5AC9EF-ED63-4BAA-8D54-11010BCBD9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AEAE4B-6380-4560-B009-34839DAD4A6C}">
      <dgm:prSet/>
      <dgm:spPr/>
      <dgm:t>
        <a:bodyPr/>
        <a:lstStyle/>
        <a:p>
          <a:r>
            <a:rPr lang="en-US" b="0" i="0" baseline="0" dirty="0" err="1"/>
            <a:t>Fullstack</a:t>
          </a:r>
          <a:r>
            <a:rPr lang="en-US" b="0" i="0" baseline="0" dirty="0"/>
            <a:t> app with </a:t>
          </a:r>
          <a:r>
            <a:rPr lang="en-US" b="1" i="0" baseline="0" dirty="0"/>
            <a:t>React</a:t>
          </a:r>
          <a:r>
            <a:rPr lang="en-US" b="0" i="0" baseline="0" dirty="0"/>
            <a:t>, </a:t>
          </a:r>
          <a:r>
            <a:rPr lang="en-US" b="1" i="0" baseline="0" dirty="0"/>
            <a:t>Express</a:t>
          </a:r>
          <a:r>
            <a:rPr lang="en-US" b="0" i="0" baseline="0" dirty="0"/>
            <a:t>, and </a:t>
          </a:r>
          <a:r>
            <a:rPr lang="en-US" b="1" i="0" baseline="0" dirty="0"/>
            <a:t>MongoDB, with </a:t>
          </a:r>
          <a:r>
            <a:rPr lang="en-US" b="1" i="0" baseline="0" dirty="0" err="1"/>
            <a:t>multer</a:t>
          </a:r>
          <a:r>
            <a:rPr lang="en-US" b="1" i="0" baseline="0" dirty="0"/>
            <a:t> also in backend for easy image uploads</a:t>
          </a:r>
          <a:endParaRPr lang="en-US" dirty="0"/>
        </a:p>
      </dgm:t>
    </dgm:pt>
    <dgm:pt modelId="{EB2DB921-C291-41C8-A523-67E8679906DA}" type="parTrans" cxnId="{CAD2F771-BACE-46A0-8421-9D188EA1559C}">
      <dgm:prSet/>
      <dgm:spPr/>
      <dgm:t>
        <a:bodyPr/>
        <a:lstStyle/>
        <a:p>
          <a:endParaRPr lang="en-US"/>
        </a:p>
      </dgm:t>
    </dgm:pt>
    <dgm:pt modelId="{AAB536B3-2EE6-4A98-B31C-E183264E7671}" type="sibTrans" cxnId="{CAD2F771-BACE-46A0-8421-9D188EA1559C}">
      <dgm:prSet/>
      <dgm:spPr/>
      <dgm:t>
        <a:bodyPr/>
        <a:lstStyle/>
        <a:p>
          <a:endParaRPr lang="en-US"/>
        </a:p>
      </dgm:t>
    </dgm:pt>
    <dgm:pt modelId="{A1C62D06-2DD2-40DE-9327-087798BD6D4D}">
      <dgm:prSet/>
      <dgm:spPr/>
      <dgm:t>
        <a:bodyPr/>
        <a:lstStyle/>
        <a:p>
          <a:r>
            <a:rPr lang="en-US" b="1" i="0" baseline="0" dirty="0"/>
            <a:t>Live weather</a:t>
          </a:r>
          <a:r>
            <a:rPr lang="en-US" b="0" i="0" baseline="0" dirty="0"/>
            <a:t> and </a:t>
          </a:r>
          <a:r>
            <a:rPr lang="en-US" b="1" i="0" baseline="0" dirty="0"/>
            <a:t>5-day forecast</a:t>
          </a:r>
          <a:r>
            <a:rPr lang="en-US" b="0" i="0" baseline="0" dirty="0"/>
            <a:t> using </a:t>
          </a:r>
          <a:r>
            <a:rPr lang="en-US" b="1" i="0" baseline="0" dirty="0" err="1"/>
            <a:t>OpenWeather</a:t>
          </a:r>
          <a:r>
            <a:rPr lang="en-US" b="1" i="0" baseline="0" dirty="0"/>
            <a:t> API</a:t>
          </a:r>
          <a:endParaRPr lang="en-US" dirty="0"/>
        </a:p>
      </dgm:t>
    </dgm:pt>
    <dgm:pt modelId="{1CF776FD-4798-4204-9B7C-37D530E1C50B}" type="parTrans" cxnId="{1CF80992-AA55-4FDC-AE4E-A123AB8700C1}">
      <dgm:prSet/>
      <dgm:spPr/>
      <dgm:t>
        <a:bodyPr/>
        <a:lstStyle/>
        <a:p>
          <a:endParaRPr lang="en-US"/>
        </a:p>
      </dgm:t>
    </dgm:pt>
    <dgm:pt modelId="{4EBA267F-BE54-421A-8888-CB18C974B6FE}" type="sibTrans" cxnId="{1CF80992-AA55-4FDC-AE4E-A123AB8700C1}">
      <dgm:prSet/>
      <dgm:spPr/>
      <dgm:t>
        <a:bodyPr/>
        <a:lstStyle/>
        <a:p>
          <a:endParaRPr lang="en-US"/>
        </a:p>
      </dgm:t>
    </dgm:pt>
    <dgm:pt modelId="{4BED3049-FCFE-4124-B847-A2ABC712EFE3}">
      <dgm:prSet/>
      <dgm:spPr/>
      <dgm:t>
        <a:bodyPr/>
        <a:lstStyle/>
        <a:p>
          <a:r>
            <a:rPr lang="en-US" b="1" i="0" baseline="0"/>
            <a:t>Interactive farm map</a:t>
          </a:r>
          <a:r>
            <a:rPr lang="en-US" b="0" i="0" baseline="0"/>
            <a:t> powered by </a:t>
          </a:r>
          <a:r>
            <a:rPr lang="en-US" b="1" i="0" baseline="0"/>
            <a:t>Google Maps API</a:t>
          </a:r>
          <a:endParaRPr lang="en-US"/>
        </a:p>
      </dgm:t>
    </dgm:pt>
    <dgm:pt modelId="{BEE01248-072B-47A8-A527-0EB14B272872}" type="parTrans" cxnId="{E9ACA4E3-F5FD-4D4E-BB89-53786DC81F78}">
      <dgm:prSet/>
      <dgm:spPr/>
      <dgm:t>
        <a:bodyPr/>
        <a:lstStyle/>
        <a:p>
          <a:endParaRPr lang="en-US"/>
        </a:p>
      </dgm:t>
    </dgm:pt>
    <dgm:pt modelId="{4FFA4FBC-8F88-4BA4-B94A-A1C704F4E3A9}" type="sibTrans" cxnId="{E9ACA4E3-F5FD-4D4E-BB89-53786DC81F78}">
      <dgm:prSet/>
      <dgm:spPr/>
      <dgm:t>
        <a:bodyPr/>
        <a:lstStyle/>
        <a:p>
          <a:endParaRPr lang="en-US"/>
        </a:p>
      </dgm:t>
    </dgm:pt>
    <dgm:pt modelId="{17D542A0-1418-4C35-BBFD-516B7D427DBA}">
      <dgm:prSet/>
      <dgm:spPr/>
      <dgm:t>
        <a:bodyPr/>
        <a:lstStyle/>
        <a:p>
          <a:r>
            <a:rPr lang="en-US" b="1" i="0" baseline="0"/>
            <a:t>Product search</a:t>
          </a:r>
          <a:r>
            <a:rPr lang="en-US" b="0" i="0" baseline="0"/>
            <a:t> inside the app using </a:t>
          </a:r>
          <a:r>
            <a:rPr lang="en-US" b="1" i="0" baseline="0"/>
            <a:t>SerpAPI</a:t>
          </a:r>
          <a:endParaRPr lang="en-US"/>
        </a:p>
      </dgm:t>
    </dgm:pt>
    <dgm:pt modelId="{7404C022-29E9-4174-8057-D13F76D0DABA}" type="parTrans" cxnId="{A0A66C02-258D-4426-8FC6-C53387E6AEA8}">
      <dgm:prSet/>
      <dgm:spPr/>
      <dgm:t>
        <a:bodyPr/>
        <a:lstStyle/>
        <a:p>
          <a:endParaRPr lang="en-US"/>
        </a:p>
      </dgm:t>
    </dgm:pt>
    <dgm:pt modelId="{F3DA649E-B9E2-4F06-97E4-E7F85A0395FE}" type="sibTrans" cxnId="{A0A66C02-258D-4426-8FC6-C53387E6AEA8}">
      <dgm:prSet/>
      <dgm:spPr/>
      <dgm:t>
        <a:bodyPr/>
        <a:lstStyle/>
        <a:p>
          <a:endParaRPr lang="en-US"/>
        </a:p>
      </dgm:t>
    </dgm:pt>
    <dgm:pt modelId="{6FB49B8D-29C4-433E-9E7E-334F56571AC0}">
      <dgm:prSet/>
      <dgm:spPr/>
      <dgm:t>
        <a:bodyPr/>
        <a:lstStyle/>
        <a:p>
          <a:r>
            <a:rPr lang="en-US" b="1" i="0" baseline="0" dirty="0"/>
            <a:t>Cost/income graphs and weather graphs</a:t>
          </a:r>
          <a:r>
            <a:rPr lang="en-US" b="0" i="0" baseline="0" dirty="0"/>
            <a:t> built with </a:t>
          </a:r>
          <a:r>
            <a:rPr lang="en-US" b="1" i="0" baseline="0" dirty="0"/>
            <a:t>Recharts</a:t>
          </a:r>
          <a:endParaRPr lang="en-US" dirty="0"/>
        </a:p>
      </dgm:t>
    </dgm:pt>
    <dgm:pt modelId="{90449B4B-CBF0-408C-B871-58BFA2C5E873}" type="parTrans" cxnId="{307945F0-E842-4D3D-A186-49BB783901BB}">
      <dgm:prSet/>
      <dgm:spPr/>
      <dgm:t>
        <a:bodyPr/>
        <a:lstStyle/>
        <a:p>
          <a:endParaRPr lang="en-US"/>
        </a:p>
      </dgm:t>
    </dgm:pt>
    <dgm:pt modelId="{F018B55A-6591-438F-AA37-81638CB44A85}" type="sibTrans" cxnId="{307945F0-E842-4D3D-A186-49BB783901BB}">
      <dgm:prSet/>
      <dgm:spPr/>
      <dgm:t>
        <a:bodyPr/>
        <a:lstStyle/>
        <a:p>
          <a:endParaRPr lang="en-US"/>
        </a:p>
      </dgm:t>
    </dgm:pt>
    <dgm:pt modelId="{BFDDAFD6-142C-4249-9BC2-FEDC3AF9F5B3}">
      <dgm:prSet/>
      <dgm:spPr/>
      <dgm:t>
        <a:bodyPr/>
        <a:lstStyle/>
        <a:p>
          <a:r>
            <a:rPr lang="en-US" b="1" i="0" baseline="0"/>
            <a:t>Login system</a:t>
          </a:r>
          <a:r>
            <a:rPr lang="en-US" b="0" i="0" baseline="0"/>
            <a:t> with protected pages</a:t>
          </a:r>
          <a:endParaRPr lang="en-US"/>
        </a:p>
      </dgm:t>
    </dgm:pt>
    <dgm:pt modelId="{D00A0046-AC41-4420-A0B6-FEB7CEF1447C}" type="parTrans" cxnId="{F7B35C8F-E240-42ED-AE8D-4C4571CEDEA3}">
      <dgm:prSet/>
      <dgm:spPr/>
      <dgm:t>
        <a:bodyPr/>
        <a:lstStyle/>
        <a:p>
          <a:endParaRPr lang="en-US"/>
        </a:p>
      </dgm:t>
    </dgm:pt>
    <dgm:pt modelId="{6BADB62C-D13D-4543-AC55-2A70B29C81B4}" type="sibTrans" cxnId="{F7B35C8F-E240-42ED-AE8D-4C4571CEDEA3}">
      <dgm:prSet/>
      <dgm:spPr/>
      <dgm:t>
        <a:bodyPr/>
        <a:lstStyle/>
        <a:p>
          <a:endParaRPr lang="en-US"/>
        </a:p>
      </dgm:t>
    </dgm:pt>
    <dgm:pt modelId="{0135909A-760A-4CFA-9C42-FD89C497BD65}">
      <dgm:prSet/>
      <dgm:spPr/>
      <dgm:t>
        <a:bodyPr/>
        <a:lstStyle/>
        <a:p>
          <a:r>
            <a:rPr lang="en-US" b="1" i="0" baseline="0"/>
            <a:t>Light/dark mode</a:t>
          </a:r>
          <a:r>
            <a:rPr lang="en-US" b="0" i="0" baseline="0"/>
            <a:t> toggle using React Context</a:t>
          </a:r>
          <a:endParaRPr lang="en-US"/>
        </a:p>
      </dgm:t>
    </dgm:pt>
    <dgm:pt modelId="{D4C2CE30-428E-4E22-A14A-7856CA97EC2F}" type="parTrans" cxnId="{1EBF58A3-7506-4BA5-9FAB-E34527A29C9C}">
      <dgm:prSet/>
      <dgm:spPr/>
      <dgm:t>
        <a:bodyPr/>
        <a:lstStyle/>
        <a:p>
          <a:endParaRPr lang="en-US"/>
        </a:p>
      </dgm:t>
    </dgm:pt>
    <dgm:pt modelId="{AEAB774C-95A4-448C-96A8-52F3EEDF4AE1}" type="sibTrans" cxnId="{1EBF58A3-7506-4BA5-9FAB-E34527A29C9C}">
      <dgm:prSet/>
      <dgm:spPr/>
      <dgm:t>
        <a:bodyPr/>
        <a:lstStyle/>
        <a:p>
          <a:endParaRPr lang="en-US"/>
        </a:p>
      </dgm:t>
    </dgm:pt>
    <dgm:pt modelId="{1CA9A478-2C52-474D-AB15-A5DEBFEBE1D9}">
      <dgm:prSet/>
      <dgm:spPr/>
      <dgm:t>
        <a:bodyPr/>
        <a:lstStyle/>
        <a:p>
          <a:r>
            <a:rPr lang="en-US" b="1" i="0" baseline="0"/>
            <a:t>Fast and reliable</a:t>
          </a:r>
          <a:r>
            <a:rPr lang="en-US" b="0" i="0" baseline="0"/>
            <a:t> API calls with error handling</a:t>
          </a:r>
          <a:endParaRPr lang="en-US"/>
        </a:p>
      </dgm:t>
    </dgm:pt>
    <dgm:pt modelId="{A8B16158-2DCE-4BC7-B5E7-E0D8647A3BDD}" type="parTrans" cxnId="{3E41ABD1-B413-466E-AAA9-A9FA37E1AAFF}">
      <dgm:prSet/>
      <dgm:spPr/>
      <dgm:t>
        <a:bodyPr/>
        <a:lstStyle/>
        <a:p>
          <a:endParaRPr lang="en-US"/>
        </a:p>
      </dgm:t>
    </dgm:pt>
    <dgm:pt modelId="{B7848D48-8E7F-45D8-8623-7699AEC358BC}" type="sibTrans" cxnId="{3E41ABD1-B413-466E-AAA9-A9FA37E1AAFF}">
      <dgm:prSet/>
      <dgm:spPr/>
      <dgm:t>
        <a:bodyPr/>
        <a:lstStyle/>
        <a:p>
          <a:endParaRPr lang="en-US"/>
        </a:p>
      </dgm:t>
    </dgm:pt>
    <dgm:pt modelId="{2D3D060F-F17D-4963-9405-DA02918B125B}">
      <dgm:prSet/>
      <dgm:spPr/>
      <dgm:t>
        <a:bodyPr/>
        <a:lstStyle/>
        <a:p>
          <a:r>
            <a:rPr lang="en-US" b="1" i="0" baseline="0"/>
            <a:t>Mobile-friendly</a:t>
          </a:r>
          <a:r>
            <a:rPr lang="en-US" b="0" i="0" baseline="0"/>
            <a:t> and </a:t>
          </a:r>
          <a:r>
            <a:rPr lang="en-US" b="1" i="0" baseline="0"/>
            <a:t>optimized</a:t>
          </a:r>
          <a:r>
            <a:rPr lang="en-US" b="0" i="0" baseline="0"/>
            <a:t> with memoized components</a:t>
          </a:r>
          <a:endParaRPr lang="en-US"/>
        </a:p>
      </dgm:t>
    </dgm:pt>
    <dgm:pt modelId="{91DFD520-724E-4E42-99B9-63E57BE9523A}" type="parTrans" cxnId="{E4E3709C-0446-424C-A76C-03271B763581}">
      <dgm:prSet/>
      <dgm:spPr/>
      <dgm:t>
        <a:bodyPr/>
        <a:lstStyle/>
        <a:p>
          <a:endParaRPr lang="en-US"/>
        </a:p>
      </dgm:t>
    </dgm:pt>
    <dgm:pt modelId="{856EE968-375B-4DCA-97C5-053308E3CA43}" type="sibTrans" cxnId="{E4E3709C-0446-424C-A76C-03271B763581}">
      <dgm:prSet/>
      <dgm:spPr/>
      <dgm:t>
        <a:bodyPr/>
        <a:lstStyle/>
        <a:p>
          <a:endParaRPr lang="en-US"/>
        </a:p>
      </dgm:t>
    </dgm:pt>
    <dgm:pt modelId="{A8287249-13B4-414A-AE92-F2A1D6BB7C7B}" type="pres">
      <dgm:prSet presAssocID="{8F5AC9EF-ED63-4BAA-8D54-11010BCBD989}" presName="linear" presStyleCnt="0">
        <dgm:presLayoutVars>
          <dgm:animLvl val="lvl"/>
          <dgm:resizeHandles val="exact"/>
        </dgm:presLayoutVars>
      </dgm:prSet>
      <dgm:spPr/>
    </dgm:pt>
    <dgm:pt modelId="{F416A97D-8A76-4C3D-9F77-D8F84C9D65DC}" type="pres">
      <dgm:prSet presAssocID="{C4AEAE4B-6380-4560-B009-34839DAD4A6C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1BF800C0-BEC9-4505-A642-BB80B4A73529}" type="pres">
      <dgm:prSet presAssocID="{AAB536B3-2EE6-4A98-B31C-E183264E7671}" presName="spacer" presStyleCnt="0"/>
      <dgm:spPr/>
    </dgm:pt>
    <dgm:pt modelId="{A18AB206-6913-475C-B160-255E4EDD03EC}" type="pres">
      <dgm:prSet presAssocID="{A1C62D06-2DD2-40DE-9327-087798BD6D4D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ED206B8E-62F4-461F-A8FF-E93531DAF5E9}" type="pres">
      <dgm:prSet presAssocID="{4EBA267F-BE54-421A-8888-CB18C974B6FE}" presName="spacer" presStyleCnt="0"/>
      <dgm:spPr/>
    </dgm:pt>
    <dgm:pt modelId="{B8758451-910C-4BEF-AD43-4DF42C4F53D2}" type="pres">
      <dgm:prSet presAssocID="{4BED3049-FCFE-4124-B847-A2ABC712EFE3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0A54B890-1FBC-45D5-8159-D8B0B9153021}" type="pres">
      <dgm:prSet presAssocID="{4FFA4FBC-8F88-4BA4-B94A-A1C704F4E3A9}" presName="spacer" presStyleCnt="0"/>
      <dgm:spPr/>
    </dgm:pt>
    <dgm:pt modelId="{74458FD5-1FAA-48F4-B3C6-576346D15460}" type="pres">
      <dgm:prSet presAssocID="{17D542A0-1418-4C35-BBFD-516B7D427DBA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F4AFFA1A-DD8C-45A6-AD52-4420FC3ADD66}" type="pres">
      <dgm:prSet presAssocID="{F3DA649E-B9E2-4F06-97E4-E7F85A0395FE}" presName="spacer" presStyleCnt="0"/>
      <dgm:spPr/>
    </dgm:pt>
    <dgm:pt modelId="{6E11BA4F-CFAB-4618-B549-A707E423DD5B}" type="pres">
      <dgm:prSet presAssocID="{6FB49B8D-29C4-433E-9E7E-334F56571AC0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6ED3AA7E-DE2C-4BE8-804F-9DCEAC5DBAB5}" type="pres">
      <dgm:prSet presAssocID="{F018B55A-6591-438F-AA37-81638CB44A85}" presName="spacer" presStyleCnt="0"/>
      <dgm:spPr/>
    </dgm:pt>
    <dgm:pt modelId="{B5A2AE98-1416-4100-92BF-CB9CD6833FDF}" type="pres">
      <dgm:prSet presAssocID="{BFDDAFD6-142C-4249-9BC2-FEDC3AF9F5B3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C1B343D0-B096-4EE4-A261-A3745E9DFB77}" type="pres">
      <dgm:prSet presAssocID="{6BADB62C-D13D-4543-AC55-2A70B29C81B4}" presName="spacer" presStyleCnt="0"/>
      <dgm:spPr/>
    </dgm:pt>
    <dgm:pt modelId="{419E89D5-7B51-4783-80F9-5EF4F725BCB8}" type="pres">
      <dgm:prSet presAssocID="{0135909A-760A-4CFA-9C42-FD89C497BD65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4C060275-4098-45F9-95AC-CF046F0B375E}" type="pres">
      <dgm:prSet presAssocID="{AEAB774C-95A4-448C-96A8-52F3EEDF4AE1}" presName="spacer" presStyleCnt="0"/>
      <dgm:spPr/>
    </dgm:pt>
    <dgm:pt modelId="{BA2A4C4B-0EBD-4815-887C-2496923D3D52}" type="pres">
      <dgm:prSet presAssocID="{1CA9A478-2C52-474D-AB15-A5DEBFEBE1D9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43CF598F-8042-4AC7-A2FC-E331570FCB6B}" type="pres">
      <dgm:prSet presAssocID="{B7848D48-8E7F-45D8-8623-7699AEC358BC}" presName="spacer" presStyleCnt="0"/>
      <dgm:spPr/>
    </dgm:pt>
    <dgm:pt modelId="{87890BC5-49D3-4575-BB84-FE723B8A71C8}" type="pres">
      <dgm:prSet presAssocID="{2D3D060F-F17D-4963-9405-DA02918B125B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A0A66C02-258D-4426-8FC6-C53387E6AEA8}" srcId="{8F5AC9EF-ED63-4BAA-8D54-11010BCBD989}" destId="{17D542A0-1418-4C35-BBFD-516B7D427DBA}" srcOrd="3" destOrd="0" parTransId="{7404C022-29E9-4174-8057-D13F76D0DABA}" sibTransId="{F3DA649E-B9E2-4F06-97E4-E7F85A0395FE}"/>
    <dgm:cxn modelId="{D8CBD741-BCE8-4E06-B397-1AB2E84AB8F4}" type="presOf" srcId="{C4AEAE4B-6380-4560-B009-34839DAD4A6C}" destId="{F416A97D-8A76-4C3D-9F77-D8F84C9D65DC}" srcOrd="0" destOrd="0" presId="urn:microsoft.com/office/officeart/2005/8/layout/vList2"/>
    <dgm:cxn modelId="{CAD2F771-BACE-46A0-8421-9D188EA1559C}" srcId="{8F5AC9EF-ED63-4BAA-8D54-11010BCBD989}" destId="{C4AEAE4B-6380-4560-B009-34839DAD4A6C}" srcOrd="0" destOrd="0" parTransId="{EB2DB921-C291-41C8-A523-67E8679906DA}" sibTransId="{AAB536B3-2EE6-4A98-B31C-E183264E7671}"/>
    <dgm:cxn modelId="{5690DF53-DD7D-4E38-95AB-19D95A27AFD5}" type="presOf" srcId="{BFDDAFD6-142C-4249-9BC2-FEDC3AF9F5B3}" destId="{B5A2AE98-1416-4100-92BF-CB9CD6833FDF}" srcOrd="0" destOrd="0" presId="urn:microsoft.com/office/officeart/2005/8/layout/vList2"/>
    <dgm:cxn modelId="{1D7FEE74-AB05-49EB-AB98-1F8C4C0D8A9F}" type="presOf" srcId="{0135909A-760A-4CFA-9C42-FD89C497BD65}" destId="{419E89D5-7B51-4783-80F9-5EF4F725BCB8}" srcOrd="0" destOrd="0" presId="urn:microsoft.com/office/officeart/2005/8/layout/vList2"/>
    <dgm:cxn modelId="{F7B35C8F-E240-42ED-AE8D-4C4571CEDEA3}" srcId="{8F5AC9EF-ED63-4BAA-8D54-11010BCBD989}" destId="{BFDDAFD6-142C-4249-9BC2-FEDC3AF9F5B3}" srcOrd="5" destOrd="0" parTransId="{D00A0046-AC41-4420-A0B6-FEB7CEF1447C}" sibTransId="{6BADB62C-D13D-4543-AC55-2A70B29C81B4}"/>
    <dgm:cxn modelId="{1CF80992-AA55-4FDC-AE4E-A123AB8700C1}" srcId="{8F5AC9EF-ED63-4BAA-8D54-11010BCBD989}" destId="{A1C62D06-2DD2-40DE-9327-087798BD6D4D}" srcOrd="1" destOrd="0" parTransId="{1CF776FD-4798-4204-9B7C-37D530E1C50B}" sibTransId="{4EBA267F-BE54-421A-8888-CB18C974B6FE}"/>
    <dgm:cxn modelId="{C7224795-5C89-43AE-A484-34686E0FFD0F}" type="presOf" srcId="{8F5AC9EF-ED63-4BAA-8D54-11010BCBD989}" destId="{A8287249-13B4-414A-AE92-F2A1D6BB7C7B}" srcOrd="0" destOrd="0" presId="urn:microsoft.com/office/officeart/2005/8/layout/vList2"/>
    <dgm:cxn modelId="{E4E3709C-0446-424C-A76C-03271B763581}" srcId="{8F5AC9EF-ED63-4BAA-8D54-11010BCBD989}" destId="{2D3D060F-F17D-4963-9405-DA02918B125B}" srcOrd="8" destOrd="0" parTransId="{91DFD520-724E-4E42-99B9-63E57BE9523A}" sibTransId="{856EE968-375B-4DCA-97C5-053308E3CA43}"/>
    <dgm:cxn modelId="{AE0FDC9C-EDB8-4E76-8179-E7D9799F7BBA}" type="presOf" srcId="{2D3D060F-F17D-4963-9405-DA02918B125B}" destId="{87890BC5-49D3-4575-BB84-FE723B8A71C8}" srcOrd="0" destOrd="0" presId="urn:microsoft.com/office/officeart/2005/8/layout/vList2"/>
    <dgm:cxn modelId="{9E29629D-4407-41BE-970A-A65B4426175B}" type="presOf" srcId="{17D542A0-1418-4C35-BBFD-516B7D427DBA}" destId="{74458FD5-1FAA-48F4-B3C6-576346D15460}" srcOrd="0" destOrd="0" presId="urn:microsoft.com/office/officeart/2005/8/layout/vList2"/>
    <dgm:cxn modelId="{1EBF58A3-7506-4BA5-9FAB-E34527A29C9C}" srcId="{8F5AC9EF-ED63-4BAA-8D54-11010BCBD989}" destId="{0135909A-760A-4CFA-9C42-FD89C497BD65}" srcOrd="6" destOrd="0" parTransId="{D4C2CE30-428E-4E22-A14A-7856CA97EC2F}" sibTransId="{AEAB774C-95A4-448C-96A8-52F3EEDF4AE1}"/>
    <dgm:cxn modelId="{2C8EC5A4-C5D3-4A13-8B4F-77FEB2A1DB44}" type="presOf" srcId="{1CA9A478-2C52-474D-AB15-A5DEBFEBE1D9}" destId="{BA2A4C4B-0EBD-4815-887C-2496923D3D52}" srcOrd="0" destOrd="0" presId="urn:microsoft.com/office/officeart/2005/8/layout/vList2"/>
    <dgm:cxn modelId="{AA71B2C5-11C2-4226-92BE-1FFE55CFB7DD}" type="presOf" srcId="{A1C62D06-2DD2-40DE-9327-087798BD6D4D}" destId="{A18AB206-6913-475C-B160-255E4EDD03EC}" srcOrd="0" destOrd="0" presId="urn:microsoft.com/office/officeart/2005/8/layout/vList2"/>
    <dgm:cxn modelId="{3E41ABD1-B413-466E-AAA9-A9FA37E1AAFF}" srcId="{8F5AC9EF-ED63-4BAA-8D54-11010BCBD989}" destId="{1CA9A478-2C52-474D-AB15-A5DEBFEBE1D9}" srcOrd="7" destOrd="0" parTransId="{A8B16158-2DCE-4BC7-B5E7-E0D8647A3BDD}" sibTransId="{B7848D48-8E7F-45D8-8623-7699AEC358BC}"/>
    <dgm:cxn modelId="{C46CB8D3-6158-4640-B210-BB708E6824EC}" type="presOf" srcId="{4BED3049-FCFE-4124-B847-A2ABC712EFE3}" destId="{B8758451-910C-4BEF-AD43-4DF42C4F53D2}" srcOrd="0" destOrd="0" presId="urn:microsoft.com/office/officeart/2005/8/layout/vList2"/>
    <dgm:cxn modelId="{27DD4CDA-5BB8-4A2F-A9EB-16333B6AD1D7}" type="presOf" srcId="{6FB49B8D-29C4-433E-9E7E-334F56571AC0}" destId="{6E11BA4F-CFAB-4618-B549-A707E423DD5B}" srcOrd="0" destOrd="0" presId="urn:microsoft.com/office/officeart/2005/8/layout/vList2"/>
    <dgm:cxn modelId="{E9ACA4E3-F5FD-4D4E-BB89-53786DC81F78}" srcId="{8F5AC9EF-ED63-4BAA-8D54-11010BCBD989}" destId="{4BED3049-FCFE-4124-B847-A2ABC712EFE3}" srcOrd="2" destOrd="0" parTransId="{BEE01248-072B-47A8-A527-0EB14B272872}" sibTransId="{4FFA4FBC-8F88-4BA4-B94A-A1C704F4E3A9}"/>
    <dgm:cxn modelId="{307945F0-E842-4D3D-A186-49BB783901BB}" srcId="{8F5AC9EF-ED63-4BAA-8D54-11010BCBD989}" destId="{6FB49B8D-29C4-433E-9E7E-334F56571AC0}" srcOrd="4" destOrd="0" parTransId="{90449B4B-CBF0-408C-B871-58BFA2C5E873}" sibTransId="{F018B55A-6591-438F-AA37-81638CB44A85}"/>
    <dgm:cxn modelId="{5D964044-8179-4256-A8F4-B169EE599D53}" type="presParOf" srcId="{A8287249-13B4-414A-AE92-F2A1D6BB7C7B}" destId="{F416A97D-8A76-4C3D-9F77-D8F84C9D65DC}" srcOrd="0" destOrd="0" presId="urn:microsoft.com/office/officeart/2005/8/layout/vList2"/>
    <dgm:cxn modelId="{5257080F-AEA9-4075-BB50-402A46BFA9D5}" type="presParOf" srcId="{A8287249-13B4-414A-AE92-F2A1D6BB7C7B}" destId="{1BF800C0-BEC9-4505-A642-BB80B4A73529}" srcOrd="1" destOrd="0" presId="urn:microsoft.com/office/officeart/2005/8/layout/vList2"/>
    <dgm:cxn modelId="{4EA2ED8F-3ACF-4130-94E1-44AE93DCCB9A}" type="presParOf" srcId="{A8287249-13B4-414A-AE92-F2A1D6BB7C7B}" destId="{A18AB206-6913-475C-B160-255E4EDD03EC}" srcOrd="2" destOrd="0" presId="urn:microsoft.com/office/officeart/2005/8/layout/vList2"/>
    <dgm:cxn modelId="{485E90DA-31A3-4CFE-B113-558DBC58410E}" type="presParOf" srcId="{A8287249-13B4-414A-AE92-F2A1D6BB7C7B}" destId="{ED206B8E-62F4-461F-A8FF-E93531DAF5E9}" srcOrd="3" destOrd="0" presId="urn:microsoft.com/office/officeart/2005/8/layout/vList2"/>
    <dgm:cxn modelId="{5CE8148A-206E-476F-8CAC-507687944E17}" type="presParOf" srcId="{A8287249-13B4-414A-AE92-F2A1D6BB7C7B}" destId="{B8758451-910C-4BEF-AD43-4DF42C4F53D2}" srcOrd="4" destOrd="0" presId="urn:microsoft.com/office/officeart/2005/8/layout/vList2"/>
    <dgm:cxn modelId="{BA4251CC-A19D-4020-9501-6E0ECF870FFA}" type="presParOf" srcId="{A8287249-13B4-414A-AE92-F2A1D6BB7C7B}" destId="{0A54B890-1FBC-45D5-8159-D8B0B9153021}" srcOrd="5" destOrd="0" presId="urn:microsoft.com/office/officeart/2005/8/layout/vList2"/>
    <dgm:cxn modelId="{91FF4169-752A-4D8A-948B-EE92C54599F5}" type="presParOf" srcId="{A8287249-13B4-414A-AE92-F2A1D6BB7C7B}" destId="{74458FD5-1FAA-48F4-B3C6-576346D15460}" srcOrd="6" destOrd="0" presId="urn:microsoft.com/office/officeart/2005/8/layout/vList2"/>
    <dgm:cxn modelId="{CFBF664B-967D-49AB-B123-A6E694AC2674}" type="presParOf" srcId="{A8287249-13B4-414A-AE92-F2A1D6BB7C7B}" destId="{F4AFFA1A-DD8C-45A6-AD52-4420FC3ADD66}" srcOrd="7" destOrd="0" presId="urn:microsoft.com/office/officeart/2005/8/layout/vList2"/>
    <dgm:cxn modelId="{10FFF9EE-EC96-4C3D-8377-A8237357700E}" type="presParOf" srcId="{A8287249-13B4-414A-AE92-F2A1D6BB7C7B}" destId="{6E11BA4F-CFAB-4618-B549-A707E423DD5B}" srcOrd="8" destOrd="0" presId="urn:microsoft.com/office/officeart/2005/8/layout/vList2"/>
    <dgm:cxn modelId="{92A455E1-D8E8-48F8-9568-18958177DB1F}" type="presParOf" srcId="{A8287249-13B4-414A-AE92-F2A1D6BB7C7B}" destId="{6ED3AA7E-DE2C-4BE8-804F-9DCEAC5DBAB5}" srcOrd="9" destOrd="0" presId="urn:microsoft.com/office/officeart/2005/8/layout/vList2"/>
    <dgm:cxn modelId="{790A3ADE-5493-476A-82CB-3BDC1F9C6B89}" type="presParOf" srcId="{A8287249-13B4-414A-AE92-F2A1D6BB7C7B}" destId="{B5A2AE98-1416-4100-92BF-CB9CD6833FDF}" srcOrd="10" destOrd="0" presId="urn:microsoft.com/office/officeart/2005/8/layout/vList2"/>
    <dgm:cxn modelId="{69FA582F-FE05-4C0A-ABF9-981CE00A59AE}" type="presParOf" srcId="{A8287249-13B4-414A-AE92-F2A1D6BB7C7B}" destId="{C1B343D0-B096-4EE4-A261-A3745E9DFB77}" srcOrd="11" destOrd="0" presId="urn:microsoft.com/office/officeart/2005/8/layout/vList2"/>
    <dgm:cxn modelId="{F39FFFA3-E10D-43F8-8EAD-EF5D937E1B65}" type="presParOf" srcId="{A8287249-13B4-414A-AE92-F2A1D6BB7C7B}" destId="{419E89D5-7B51-4783-80F9-5EF4F725BCB8}" srcOrd="12" destOrd="0" presId="urn:microsoft.com/office/officeart/2005/8/layout/vList2"/>
    <dgm:cxn modelId="{06345987-699C-4905-BA3C-333134940D96}" type="presParOf" srcId="{A8287249-13B4-414A-AE92-F2A1D6BB7C7B}" destId="{4C060275-4098-45F9-95AC-CF046F0B375E}" srcOrd="13" destOrd="0" presId="urn:microsoft.com/office/officeart/2005/8/layout/vList2"/>
    <dgm:cxn modelId="{B6885AD6-5672-49DC-850E-927BB7B8AB0B}" type="presParOf" srcId="{A8287249-13B4-414A-AE92-F2A1D6BB7C7B}" destId="{BA2A4C4B-0EBD-4815-887C-2496923D3D52}" srcOrd="14" destOrd="0" presId="urn:microsoft.com/office/officeart/2005/8/layout/vList2"/>
    <dgm:cxn modelId="{E59EF463-E640-43CF-8F58-F21014211B1E}" type="presParOf" srcId="{A8287249-13B4-414A-AE92-F2A1D6BB7C7B}" destId="{43CF598F-8042-4AC7-A2FC-E331570FCB6B}" srcOrd="15" destOrd="0" presId="urn:microsoft.com/office/officeart/2005/8/layout/vList2"/>
    <dgm:cxn modelId="{AA3F9523-95E1-4627-AE65-D65405371102}" type="presParOf" srcId="{A8287249-13B4-414A-AE92-F2A1D6BB7C7B}" destId="{87890BC5-49D3-4575-BB84-FE723B8A71C8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3E2511-25C6-4F17-9BC9-7DAA53028B8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B4476A6-8805-43D6-BEAB-BBF5B7780785}">
      <dgm:prSet/>
      <dgm:spPr/>
      <dgm:t>
        <a:bodyPr/>
        <a:lstStyle/>
        <a:p>
          <a:r>
            <a:rPr lang="en-GB"/>
            <a:t>Google Maps API Docs</a:t>
          </a:r>
          <a:endParaRPr lang="en-US"/>
        </a:p>
      </dgm:t>
    </dgm:pt>
    <dgm:pt modelId="{55E9ABA4-9BD0-4D9E-B416-44AB450FD813}" type="parTrans" cxnId="{DD157EF2-11BE-4D81-94EF-F1324FFBCBDE}">
      <dgm:prSet/>
      <dgm:spPr/>
      <dgm:t>
        <a:bodyPr/>
        <a:lstStyle/>
        <a:p>
          <a:endParaRPr lang="en-US"/>
        </a:p>
      </dgm:t>
    </dgm:pt>
    <dgm:pt modelId="{7DDA0B59-0120-4E51-8E3D-2416C5D4CFA7}" type="sibTrans" cxnId="{DD157EF2-11BE-4D81-94EF-F1324FFBCBDE}">
      <dgm:prSet/>
      <dgm:spPr/>
      <dgm:t>
        <a:bodyPr/>
        <a:lstStyle/>
        <a:p>
          <a:endParaRPr lang="en-US"/>
        </a:p>
      </dgm:t>
    </dgm:pt>
    <dgm:pt modelId="{CEFD4232-CFE0-4908-8B31-EBA109E4E89B}">
      <dgm:prSet/>
      <dgm:spPr/>
      <dgm:t>
        <a:bodyPr/>
        <a:lstStyle/>
        <a:p>
          <a:r>
            <a:rPr lang="en-GB"/>
            <a:t>OpenWeatherMap API website</a:t>
          </a:r>
          <a:endParaRPr lang="en-US"/>
        </a:p>
      </dgm:t>
    </dgm:pt>
    <dgm:pt modelId="{65B57C0A-3076-4CEC-9AEB-F32BE1DDBADA}" type="parTrans" cxnId="{1FFBFBA3-AAA7-462F-A517-0EC8DDD78AFF}">
      <dgm:prSet/>
      <dgm:spPr/>
      <dgm:t>
        <a:bodyPr/>
        <a:lstStyle/>
        <a:p>
          <a:endParaRPr lang="en-US"/>
        </a:p>
      </dgm:t>
    </dgm:pt>
    <dgm:pt modelId="{8BF0A34E-4BB8-4707-B4B9-58036904F261}" type="sibTrans" cxnId="{1FFBFBA3-AAA7-462F-A517-0EC8DDD78AFF}">
      <dgm:prSet/>
      <dgm:spPr/>
      <dgm:t>
        <a:bodyPr/>
        <a:lstStyle/>
        <a:p>
          <a:endParaRPr lang="en-US"/>
        </a:p>
      </dgm:t>
    </dgm:pt>
    <dgm:pt modelId="{1B713DAA-2546-4C90-8A47-548833E28506}">
      <dgm:prSet/>
      <dgm:spPr/>
      <dgm:t>
        <a:bodyPr/>
        <a:lstStyle/>
        <a:p>
          <a:r>
            <a:rPr lang="en-GB"/>
            <a:t>Serp API Docs</a:t>
          </a:r>
          <a:endParaRPr lang="en-US"/>
        </a:p>
      </dgm:t>
    </dgm:pt>
    <dgm:pt modelId="{C8E3D07C-26B3-4604-AB4C-0A99C60E3F09}" type="parTrans" cxnId="{D40D0095-9E7A-480E-BDA8-4F59DE58D416}">
      <dgm:prSet/>
      <dgm:spPr/>
      <dgm:t>
        <a:bodyPr/>
        <a:lstStyle/>
        <a:p>
          <a:endParaRPr lang="en-US"/>
        </a:p>
      </dgm:t>
    </dgm:pt>
    <dgm:pt modelId="{C452B056-5158-43A9-83B4-41A20E331ED5}" type="sibTrans" cxnId="{D40D0095-9E7A-480E-BDA8-4F59DE58D416}">
      <dgm:prSet/>
      <dgm:spPr/>
      <dgm:t>
        <a:bodyPr/>
        <a:lstStyle/>
        <a:p>
          <a:endParaRPr lang="en-US"/>
        </a:p>
      </dgm:t>
    </dgm:pt>
    <dgm:pt modelId="{51123B7B-2130-4620-A310-C2ACAD2F4155}">
      <dgm:prSet/>
      <dgm:spPr/>
      <dgm:t>
        <a:bodyPr/>
        <a:lstStyle/>
        <a:p>
          <a:r>
            <a:rPr lang="en-GB"/>
            <a:t>Open AI (All areas it was used are referenced in report)</a:t>
          </a:r>
          <a:endParaRPr lang="en-US"/>
        </a:p>
      </dgm:t>
    </dgm:pt>
    <dgm:pt modelId="{CE9BBBC6-A682-498C-AEC5-0FE54135ABD3}" type="parTrans" cxnId="{A272AE04-9B15-4A70-BA94-2EA561A1349D}">
      <dgm:prSet/>
      <dgm:spPr/>
      <dgm:t>
        <a:bodyPr/>
        <a:lstStyle/>
        <a:p>
          <a:endParaRPr lang="en-US"/>
        </a:p>
      </dgm:t>
    </dgm:pt>
    <dgm:pt modelId="{0760C8C6-99C5-4EAD-9ECC-0CC267A02526}" type="sibTrans" cxnId="{A272AE04-9B15-4A70-BA94-2EA561A1349D}">
      <dgm:prSet/>
      <dgm:spPr/>
      <dgm:t>
        <a:bodyPr/>
        <a:lstStyle/>
        <a:p>
          <a:endParaRPr lang="en-US"/>
        </a:p>
      </dgm:t>
    </dgm:pt>
    <dgm:pt modelId="{DE1EF854-6957-4CFF-821D-E994BA6FA4C2}">
      <dgm:prSet/>
      <dgm:spPr/>
      <dgm:t>
        <a:bodyPr/>
        <a:lstStyle/>
        <a:p>
          <a:r>
            <a:rPr lang="en-GB"/>
            <a:t>NPM Docs (multer, bcrypt)</a:t>
          </a:r>
          <a:endParaRPr lang="en-US"/>
        </a:p>
      </dgm:t>
    </dgm:pt>
    <dgm:pt modelId="{7F2462B2-06E4-4C2C-8835-395DE3E7FACE}" type="parTrans" cxnId="{3C46F0CD-2BA8-42F0-A9A3-AAB7B37422CB}">
      <dgm:prSet/>
      <dgm:spPr/>
      <dgm:t>
        <a:bodyPr/>
        <a:lstStyle/>
        <a:p>
          <a:endParaRPr lang="en-US"/>
        </a:p>
      </dgm:t>
    </dgm:pt>
    <dgm:pt modelId="{31E9C238-80B3-4D3E-B7FD-82CCB827C6CF}" type="sibTrans" cxnId="{3C46F0CD-2BA8-42F0-A9A3-AAB7B37422CB}">
      <dgm:prSet/>
      <dgm:spPr/>
      <dgm:t>
        <a:bodyPr/>
        <a:lstStyle/>
        <a:p>
          <a:endParaRPr lang="en-US"/>
        </a:p>
      </dgm:t>
    </dgm:pt>
    <dgm:pt modelId="{C0F93EEF-9988-4880-89DB-67ABD596032A}">
      <dgm:prSet/>
      <dgm:spPr/>
      <dgm:t>
        <a:bodyPr/>
        <a:lstStyle/>
        <a:p>
          <a:r>
            <a:rPr lang="en-GB"/>
            <a:t>Teagasc website</a:t>
          </a:r>
          <a:endParaRPr lang="en-US"/>
        </a:p>
      </dgm:t>
    </dgm:pt>
    <dgm:pt modelId="{654D164F-E990-47D8-ABA3-CA0ADDD1A1B6}" type="parTrans" cxnId="{C6743C82-D2BD-4F5B-8C4C-33E785E1C8D5}">
      <dgm:prSet/>
      <dgm:spPr/>
      <dgm:t>
        <a:bodyPr/>
        <a:lstStyle/>
        <a:p>
          <a:endParaRPr lang="en-US"/>
        </a:p>
      </dgm:t>
    </dgm:pt>
    <dgm:pt modelId="{C45A16BF-4F34-421C-9B56-778FE4F666B5}" type="sibTrans" cxnId="{C6743C82-D2BD-4F5B-8C4C-33E785E1C8D5}">
      <dgm:prSet/>
      <dgm:spPr/>
      <dgm:t>
        <a:bodyPr/>
        <a:lstStyle/>
        <a:p>
          <a:endParaRPr lang="en-US"/>
        </a:p>
      </dgm:t>
    </dgm:pt>
    <dgm:pt modelId="{6A7E6BFB-718A-45BD-86C4-98FDF166AB24}" type="pres">
      <dgm:prSet presAssocID="{D03E2511-25C6-4F17-9BC9-7DAA53028B8B}" presName="root" presStyleCnt="0">
        <dgm:presLayoutVars>
          <dgm:dir/>
          <dgm:resizeHandles val="exact"/>
        </dgm:presLayoutVars>
      </dgm:prSet>
      <dgm:spPr/>
    </dgm:pt>
    <dgm:pt modelId="{B5712B76-71B7-4D79-B8A7-F93ECD7C82C7}" type="pres">
      <dgm:prSet presAssocID="{3B4476A6-8805-43D6-BEAB-BBF5B7780785}" presName="compNode" presStyleCnt="0"/>
      <dgm:spPr/>
    </dgm:pt>
    <dgm:pt modelId="{B2BB97B5-139D-4094-AB7F-D5D082506CB0}" type="pres">
      <dgm:prSet presAssocID="{3B4476A6-8805-43D6-BEAB-BBF5B778078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A1456CF-76F4-45ED-A7B1-AE3987D17B68}" type="pres">
      <dgm:prSet presAssocID="{3B4476A6-8805-43D6-BEAB-BBF5B7780785}" presName="spaceRect" presStyleCnt="0"/>
      <dgm:spPr/>
    </dgm:pt>
    <dgm:pt modelId="{7EB76E31-9E65-4659-92CE-C41594585C3D}" type="pres">
      <dgm:prSet presAssocID="{3B4476A6-8805-43D6-BEAB-BBF5B7780785}" presName="textRect" presStyleLbl="revTx" presStyleIdx="0" presStyleCnt="6">
        <dgm:presLayoutVars>
          <dgm:chMax val="1"/>
          <dgm:chPref val="1"/>
        </dgm:presLayoutVars>
      </dgm:prSet>
      <dgm:spPr/>
    </dgm:pt>
    <dgm:pt modelId="{62534F8F-8A77-4389-BEDF-8D270E2D5AAC}" type="pres">
      <dgm:prSet presAssocID="{7DDA0B59-0120-4E51-8E3D-2416C5D4CFA7}" presName="sibTrans" presStyleCnt="0"/>
      <dgm:spPr/>
    </dgm:pt>
    <dgm:pt modelId="{C9612955-ED15-4535-9307-E515A978AFCF}" type="pres">
      <dgm:prSet presAssocID="{CEFD4232-CFE0-4908-8B31-EBA109E4E89B}" presName="compNode" presStyleCnt="0"/>
      <dgm:spPr/>
    </dgm:pt>
    <dgm:pt modelId="{BE71754F-97BD-4395-983D-E5196CD62A7D}" type="pres">
      <dgm:prSet presAssocID="{CEFD4232-CFE0-4908-8B31-EBA109E4E89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F0976CE8-6966-494C-AE14-7FA3EAD91DB1}" type="pres">
      <dgm:prSet presAssocID="{CEFD4232-CFE0-4908-8B31-EBA109E4E89B}" presName="spaceRect" presStyleCnt="0"/>
      <dgm:spPr/>
    </dgm:pt>
    <dgm:pt modelId="{69FA2E36-C7DE-40B6-9827-F7E14BB921CD}" type="pres">
      <dgm:prSet presAssocID="{CEFD4232-CFE0-4908-8B31-EBA109E4E89B}" presName="textRect" presStyleLbl="revTx" presStyleIdx="1" presStyleCnt="6">
        <dgm:presLayoutVars>
          <dgm:chMax val="1"/>
          <dgm:chPref val="1"/>
        </dgm:presLayoutVars>
      </dgm:prSet>
      <dgm:spPr/>
    </dgm:pt>
    <dgm:pt modelId="{AF826461-5BF2-4572-BC42-92D8D8D10E9B}" type="pres">
      <dgm:prSet presAssocID="{8BF0A34E-4BB8-4707-B4B9-58036904F261}" presName="sibTrans" presStyleCnt="0"/>
      <dgm:spPr/>
    </dgm:pt>
    <dgm:pt modelId="{B166C642-B494-4189-8006-2E9872F39213}" type="pres">
      <dgm:prSet presAssocID="{1B713DAA-2546-4C90-8A47-548833E28506}" presName="compNode" presStyleCnt="0"/>
      <dgm:spPr/>
    </dgm:pt>
    <dgm:pt modelId="{24A3CD4E-03CD-4B54-9F8B-00FC34F9C884}" type="pres">
      <dgm:prSet presAssocID="{1B713DAA-2546-4C90-8A47-548833E2850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2B3D392-52A2-490F-9BD4-37A0ED569F34}" type="pres">
      <dgm:prSet presAssocID="{1B713DAA-2546-4C90-8A47-548833E28506}" presName="spaceRect" presStyleCnt="0"/>
      <dgm:spPr/>
    </dgm:pt>
    <dgm:pt modelId="{B5F1925F-9952-4B99-AF06-E94535839BCD}" type="pres">
      <dgm:prSet presAssocID="{1B713DAA-2546-4C90-8A47-548833E28506}" presName="textRect" presStyleLbl="revTx" presStyleIdx="2" presStyleCnt="6">
        <dgm:presLayoutVars>
          <dgm:chMax val="1"/>
          <dgm:chPref val="1"/>
        </dgm:presLayoutVars>
      </dgm:prSet>
      <dgm:spPr/>
    </dgm:pt>
    <dgm:pt modelId="{72C8B31B-F4F0-4EB9-B6F8-12679B2DE47C}" type="pres">
      <dgm:prSet presAssocID="{C452B056-5158-43A9-83B4-41A20E331ED5}" presName="sibTrans" presStyleCnt="0"/>
      <dgm:spPr/>
    </dgm:pt>
    <dgm:pt modelId="{ED7AE1AC-68B1-404D-ADF8-E77345A80D3B}" type="pres">
      <dgm:prSet presAssocID="{51123B7B-2130-4620-A310-C2ACAD2F4155}" presName="compNode" presStyleCnt="0"/>
      <dgm:spPr/>
    </dgm:pt>
    <dgm:pt modelId="{C34786E4-590C-4BA5-B132-666C807A3CD0}" type="pres">
      <dgm:prSet presAssocID="{51123B7B-2130-4620-A310-C2ACAD2F415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CDCE0273-EFD5-42CA-966C-76B435181846}" type="pres">
      <dgm:prSet presAssocID="{51123B7B-2130-4620-A310-C2ACAD2F4155}" presName="spaceRect" presStyleCnt="0"/>
      <dgm:spPr/>
    </dgm:pt>
    <dgm:pt modelId="{F9D40F65-BE60-44AD-AA54-D6D10D7941A5}" type="pres">
      <dgm:prSet presAssocID="{51123B7B-2130-4620-A310-C2ACAD2F4155}" presName="textRect" presStyleLbl="revTx" presStyleIdx="3" presStyleCnt="6">
        <dgm:presLayoutVars>
          <dgm:chMax val="1"/>
          <dgm:chPref val="1"/>
        </dgm:presLayoutVars>
      </dgm:prSet>
      <dgm:spPr/>
    </dgm:pt>
    <dgm:pt modelId="{E3B84374-2EE3-4791-A0E0-4D1F2649ACC3}" type="pres">
      <dgm:prSet presAssocID="{0760C8C6-99C5-4EAD-9ECC-0CC267A02526}" presName="sibTrans" presStyleCnt="0"/>
      <dgm:spPr/>
    </dgm:pt>
    <dgm:pt modelId="{560B5005-1DF9-46A9-BB54-07F39D669016}" type="pres">
      <dgm:prSet presAssocID="{DE1EF854-6957-4CFF-821D-E994BA6FA4C2}" presName="compNode" presStyleCnt="0"/>
      <dgm:spPr/>
    </dgm:pt>
    <dgm:pt modelId="{9C085082-CF5E-41C9-8AB3-F25A6533DC56}" type="pres">
      <dgm:prSet presAssocID="{DE1EF854-6957-4CFF-821D-E994BA6FA4C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56656778-4587-4ECA-9DE3-CDEF7ACF10D9}" type="pres">
      <dgm:prSet presAssocID="{DE1EF854-6957-4CFF-821D-E994BA6FA4C2}" presName="spaceRect" presStyleCnt="0"/>
      <dgm:spPr/>
    </dgm:pt>
    <dgm:pt modelId="{0F484F2A-8002-43E5-8057-D25E08796C54}" type="pres">
      <dgm:prSet presAssocID="{DE1EF854-6957-4CFF-821D-E994BA6FA4C2}" presName="textRect" presStyleLbl="revTx" presStyleIdx="4" presStyleCnt="6">
        <dgm:presLayoutVars>
          <dgm:chMax val="1"/>
          <dgm:chPref val="1"/>
        </dgm:presLayoutVars>
      </dgm:prSet>
      <dgm:spPr/>
    </dgm:pt>
    <dgm:pt modelId="{4939D4D3-A816-4F27-8093-6FA3FF6965B0}" type="pres">
      <dgm:prSet presAssocID="{31E9C238-80B3-4D3E-B7FD-82CCB827C6CF}" presName="sibTrans" presStyleCnt="0"/>
      <dgm:spPr/>
    </dgm:pt>
    <dgm:pt modelId="{A11D32B2-81B5-4E87-8D15-E811C6261446}" type="pres">
      <dgm:prSet presAssocID="{C0F93EEF-9988-4880-89DB-67ABD596032A}" presName="compNode" presStyleCnt="0"/>
      <dgm:spPr/>
    </dgm:pt>
    <dgm:pt modelId="{9D4F3420-CF5B-44FF-9AC3-E9D644AC0E87}" type="pres">
      <dgm:prSet presAssocID="{C0F93EEF-9988-4880-89DB-67ABD596032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C64A0EAE-6BDB-40A3-A90A-2D0031E4F694}" type="pres">
      <dgm:prSet presAssocID="{C0F93EEF-9988-4880-89DB-67ABD596032A}" presName="spaceRect" presStyleCnt="0"/>
      <dgm:spPr/>
    </dgm:pt>
    <dgm:pt modelId="{0B4986FB-2225-41DE-8CDE-8E62BFF79674}" type="pres">
      <dgm:prSet presAssocID="{C0F93EEF-9988-4880-89DB-67ABD596032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272AE04-9B15-4A70-BA94-2EA561A1349D}" srcId="{D03E2511-25C6-4F17-9BC9-7DAA53028B8B}" destId="{51123B7B-2130-4620-A310-C2ACAD2F4155}" srcOrd="3" destOrd="0" parTransId="{CE9BBBC6-A682-498C-AEC5-0FE54135ABD3}" sibTransId="{0760C8C6-99C5-4EAD-9ECC-0CC267A02526}"/>
    <dgm:cxn modelId="{98AAF00B-4903-43DB-BAC6-DF53E2C64A90}" type="presOf" srcId="{CEFD4232-CFE0-4908-8B31-EBA109E4E89B}" destId="{69FA2E36-C7DE-40B6-9827-F7E14BB921CD}" srcOrd="0" destOrd="0" presId="urn:microsoft.com/office/officeart/2018/2/layout/IconLabelList"/>
    <dgm:cxn modelId="{8DFF5B3C-7026-4A09-B53D-1A3A3C580138}" type="presOf" srcId="{C0F93EEF-9988-4880-89DB-67ABD596032A}" destId="{0B4986FB-2225-41DE-8CDE-8E62BFF79674}" srcOrd="0" destOrd="0" presId="urn:microsoft.com/office/officeart/2018/2/layout/IconLabelList"/>
    <dgm:cxn modelId="{95C5033D-ADC1-42B9-990B-FB19967094C1}" type="presOf" srcId="{DE1EF854-6957-4CFF-821D-E994BA6FA4C2}" destId="{0F484F2A-8002-43E5-8057-D25E08796C54}" srcOrd="0" destOrd="0" presId="urn:microsoft.com/office/officeart/2018/2/layout/IconLabelList"/>
    <dgm:cxn modelId="{ADB77167-0D0F-4E16-917A-53085054ECAF}" type="presOf" srcId="{1B713DAA-2546-4C90-8A47-548833E28506}" destId="{B5F1925F-9952-4B99-AF06-E94535839BCD}" srcOrd="0" destOrd="0" presId="urn:microsoft.com/office/officeart/2018/2/layout/IconLabelList"/>
    <dgm:cxn modelId="{CF7FA24D-BC08-4B70-BEAA-C6C1BE59941C}" type="presOf" srcId="{51123B7B-2130-4620-A310-C2ACAD2F4155}" destId="{F9D40F65-BE60-44AD-AA54-D6D10D7941A5}" srcOrd="0" destOrd="0" presId="urn:microsoft.com/office/officeart/2018/2/layout/IconLabelList"/>
    <dgm:cxn modelId="{A53D767D-231F-4FAA-9CC5-6FB14EF4FFEC}" type="presOf" srcId="{D03E2511-25C6-4F17-9BC9-7DAA53028B8B}" destId="{6A7E6BFB-718A-45BD-86C4-98FDF166AB24}" srcOrd="0" destOrd="0" presId="urn:microsoft.com/office/officeart/2018/2/layout/IconLabelList"/>
    <dgm:cxn modelId="{C6743C82-D2BD-4F5B-8C4C-33E785E1C8D5}" srcId="{D03E2511-25C6-4F17-9BC9-7DAA53028B8B}" destId="{C0F93EEF-9988-4880-89DB-67ABD596032A}" srcOrd="5" destOrd="0" parTransId="{654D164F-E990-47D8-ABA3-CA0ADDD1A1B6}" sibTransId="{C45A16BF-4F34-421C-9B56-778FE4F666B5}"/>
    <dgm:cxn modelId="{D40D0095-9E7A-480E-BDA8-4F59DE58D416}" srcId="{D03E2511-25C6-4F17-9BC9-7DAA53028B8B}" destId="{1B713DAA-2546-4C90-8A47-548833E28506}" srcOrd="2" destOrd="0" parTransId="{C8E3D07C-26B3-4604-AB4C-0A99C60E3F09}" sibTransId="{C452B056-5158-43A9-83B4-41A20E331ED5}"/>
    <dgm:cxn modelId="{1FFBFBA3-AAA7-462F-A517-0EC8DDD78AFF}" srcId="{D03E2511-25C6-4F17-9BC9-7DAA53028B8B}" destId="{CEFD4232-CFE0-4908-8B31-EBA109E4E89B}" srcOrd="1" destOrd="0" parTransId="{65B57C0A-3076-4CEC-9AEB-F32BE1DDBADA}" sibTransId="{8BF0A34E-4BB8-4707-B4B9-58036904F261}"/>
    <dgm:cxn modelId="{0A5BA1B6-82A7-4259-94C8-B0F4BB51C40D}" type="presOf" srcId="{3B4476A6-8805-43D6-BEAB-BBF5B7780785}" destId="{7EB76E31-9E65-4659-92CE-C41594585C3D}" srcOrd="0" destOrd="0" presId="urn:microsoft.com/office/officeart/2018/2/layout/IconLabelList"/>
    <dgm:cxn modelId="{3C46F0CD-2BA8-42F0-A9A3-AAB7B37422CB}" srcId="{D03E2511-25C6-4F17-9BC9-7DAA53028B8B}" destId="{DE1EF854-6957-4CFF-821D-E994BA6FA4C2}" srcOrd="4" destOrd="0" parTransId="{7F2462B2-06E4-4C2C-8835-395DE3E7FACE}" sibTransId="{31E9C238-80B3-4D3E-B7FD-82CCB827C6CF}"/>
    <dgm:cxn modelId="{DD157EF2-11BE-4D81-94EF-F1324FFBCBDE}" srcId="{D03E2511-25C6-4F17-9BC9-7DAA53028B8B}" destId="{3B4476A6-8805-43D6-BEAB-BBF5B7780785}" srcOrd="0" destOrd="0" parTransId="{55E9ABA4-9BD0-4D9E-B416-44AB450FD813}" sibTransId="{7DDA0B59-0120-4E51-8E3D-2416C5D4CFA7}"/>
    <dgm:cxn modelId="{8E5542C1-704E-45DB-87DB-87842647FFD0}" type="presParOf" srcId="{6A7E6BFB-718A-45BD-86C4-98FDF166AB24}" destId="{B5712B76-71B7-4D79-B8A7-F93ECD7C82C7}" srcOrd="0" destOrd="0" presId="urn:microsoft.com/office/officeart/2018/2/layout/IconLabelList"/>
    <dgm:cxn modelId="{77BA84FF-CD9F-4ACB-B5F2-11E5B2DFFA6C}" type="presParOf" srcId="{B5712B76-71B7-4D79-B8A7-F93ECD7C82C7}" destId="{B2BB97B5-139D-4094-AB7F-D5D082506CB0}" srcOrd="0" destOrd="0" presId="urn:microsoft.com/office/officeart/2018/2/layout/IconLabelList"/>
    <dgm:cxn modelId="{22293FAF-EF2A-471D-A904-E67E1034250C}" type="presParOf" srcId="{B5712B76-71B7-4D79-B8A7-F93ECD7C82C7}" destId="{DA1456CF-76F4-45ED-A7B1-AE3987D17B68}" srcOrd="1" destOrd="0" presId="urn:microsoft.com/office/officeart/2018/2/layout/IconLabelList"/>
    <dgm:cxn modelId="{63EADA44-7C8C-410B-A87F-87DBDFF5C913}" type="presParOf" srcId="{B5712B76-71B7-4D79-B8A7-F93ECD7C82C7}" destId="{7EB76E31-9E65-4659-92CE-C41594585C3D}" srcOrd="2" destOrd="0" presId="urn:microsoft.com/office/officeart/2018/2/layout/IconLabelList"/>
    <dgm:cxn modelId="{736AD420-37FA-450F-B51E-4F6F1B7CC25C}" type="presParOf" srcId="{6A7E6BFB-718A-45BD-86C4-98FDF166AB24}" destId="{62534F8F-8A77-4389-BEDF-8D270E2D5AAC}" srcOrd="1" destOrd="0" presId="urn:microsoft.com/office/officeart/2018/2/layout/IconLabelList"/>
    <dgm:cxn modelId="{24C63A8D-1821-4472-8F85-303967CF2EB2}" type="presParOf" srcId="{6A7E6BFB-718A-45BD-86C4-98FDF166AB24}" destId="{C9612955-ED15-4535-9307-E515A978AFCF}" srcOrd="2" destOrd="0" presId="urn:microsoft.com/office/officeart/2018/2/layout/IconLabelList"/>
    <dgm:cxn modelId="{096700EE-4A25-4FD9-9FF9-056E30D5F99C}" type="presParOf" srcId="{C9612955-ED15-4535-9307-E515A978AFCF}" destId="{BE71754F-97BD-4395-983D-E5196CD62A7D}" srcOrd="0" destOrd="0" presId="urn:microsoft.com/office/officeart/2018/2/layout/IconLabelList"/>
    <dgm:cxn modelId="{3597D5D8-3B73-4F2A-8C73-225CA4D18E26}" type="presParOf" srcId="{C9612955-ED15-4535-9307-E515A978AFCF}" destId="{F0976CE8-6966-494C-AE14-7FA3EAD91DB1}" srcOrd="1" destOrd="0" presId="urn:microsoft.com/office/officeart/2018/2/layout/IconLabelList"/>
    <dgm:cxn modelId="{E5142ABB-88B9-4C45-AEBC-F7B2E164576D}" type="presParOf" srcId="{C9612955-ED15-4535-9307-E515A978AFCF}" destId="{69FA2E36-C7DE-40B6-9827-F7E14BB921CD}" srcOrd="2" destOrd="0" presId="urn:microsoft.com/office/officeart/2018/2/layout/IconLabelList"/>
    <dgm:cxn modelId="{66462B77-43F5-4366-9836-CFC111070614}" type="presParOf" srcId="{6A7E6BFB-718A-45BD-86C4-98FDF166AB24}" destId="{AF826461-5BF2-4572-BC42-92D8D8D10E9B}" srcOrd="3" destOrd="0" presId="urn:microsoft.com/office/officeart/2018/2/layout/IconLabelList"/>
    <dgm:cxn modelId="{2FF3813E-AF17-40D8-8BA5-A4F96BD0F7CB}" type="presParOf" srcId="{6A7E6BFB-718A-45BD-86C4-98FDF166AB24}" destId="{B166C642-B494-4189-8006-2E9872F39213}" srcOrd="4" destOrd="0" presId="urn:microsoft.com/office/officeart/2018/2/layout/IconLabelList"/>
    <dgm:cxn modelId="{3EC40947-E2FA-4146-9252-15EF33A628E8}" type="presParOf" srcId="{B166C642-B494-4189-8006-2E9872F39213}" destId="{24A3CD4E-03CD-4B54-9F8B-00FC34F9C884}" srcOrd="0" destOrd="0" presId="urn:microsoft.com/office/officeart/2018/2/layout/IconLabelList"/>
    <dgm:cxn modelId="{D3BD7257-BD36-489E-8FBF-56981695F557}" type="presParOf" srcId="{B166C642-B494-4189-8006-2E9872F39213}" destId="{F2B3D392-52A2-490F-9BD4-37A0ED569F34}" srcOrd="1" destOrd="0" presId="urn:microsoft.com/office/officeart/2018/2/layout/IconLabelList"/>
    <dgm:cxn modelId="{FB68C54F-E126-4576-8EFC-DDCD0824345B}" type="presParOf" srcId="{B166C642-B494-4189-8006-2E9872F39213}" destId="{B5F1925F-9952-4B99-AF06-E94535839BCD}" srcOrd="2" destOrd="0" presId="urn:microsoft.com/office/officeart/2018/2/layout/IconLabelList"/>
    <dgm:cxn modelId="{ED11D64A-0309-47E4-B2C3-0CF6E8BE3BE1}" type="presParOf" srcId="{6A7E6BFB-718A-45BD-86C4-98FDF166AB24}" destId="{72C8B31B-F4F0-4EB9-B6F8-12679B2DE47C}" srcOrd="5" destOrd="0" presId="urn:microsoft.com/office/officeart/2018/2/layout/IconLabelList"/>
    <dgm:cxn modelId="{00C13C53-CD2A-42C3-8B13-A62E5245F545}" type="presParOf" srcId="{6A7E6BFB-718A-45BD-86C4-98FDF166AB24}" destId="{ED7AE1AC-68B1-404D-ADF8-E77345A80D3B}" srcOrd="6" destOrd="0" presId="urn:microsoft.com/office/officeart/2018/2/layout/IconLabelList"/>
    <dgm:cxn modelId="{C96E020D-B902-456F-A050-E2DBB0CF5B7F}" type="presParOf" srcId="{ED7AE1AC-68B1-404D-ADF8-E77345A80D3B}" destId="{C34786E4-590C-4BA5-B132-666C807A3CD0}" srcOrd="0" destOrd="0" presId="urn:microsoft.com/office/officeart/2018/2/layout/IconLabelList"/>
    <dgm:cxn modelId="{7D716305-5D58-4D06-B11A-09AA1E59F075}" type="presParOf" srcId="{ED7AE1AC-68B1-404D-ADF8-E77345A80D3B}" destId="{CDCE0273-EFD5-42CA-966C-76B435181846}" srcOrd="1" destOrd="0" presId="urn:microsoft.com/office/officeart/2018/2/layout/IconLabelList"/>
    <dgm:cxn modelId="{A09E086D-F9D9-415E-85EF-98ACC8DBD70A}" type="presParOf" srcId="{ED7AE1AC-68B1-404D-ADF8-E77345A80D3B}" destId="{F9D40F65-BE60-44AD-AA54-D6D10D7941A5}" srcOrd="2" destOrd="0" presId="urn:microsoft.com/office/officeart/2018/2/layout/IconLabelList"/>
    <dgm:cxn modelId="{813015FF-BD77-4573-B411-9A5519319B18}" type="presParOf" srcId="{6A7E6BFB-718A-45BD-86C4-98FDF166AB24}" destId="{E3B84374-2EE3-4791-A0E0-4D1F2649ACC3}" srcOrd="7" destOrd="0" presId="urn:microsoft.com/office/officeart/2018/2/layout/IconLabelList"/>
    <dgm:cxn modelId="{41003689-F895-438F-9BB0-CC23A8E33DAF}" type="presParOf" srcId="{6A7E6BFB-718A-45BD-86C4-98FDF166AB24}" destId="{560B5005-1DF9-46A9-BB54-07F39D669016}" srcOrd="8" destOrd="0" presId="urn:microsoft.com/office/officeart/2018/2/layout/IconLabelList"/>
    <dgm:cxn modelId="{5D2C26A0-55D6-4D5A-A059-2A63B911C7B8}" type="presParOf" srcId="{560B5005-1DF9-46A9-BB54-07F39D669016}" destId="{9C085082-CF5E-41C9-8AB3-F25A6533DC56}" srcOrd="0" destOrd="0" presId="urn:microsoft.com/office/officeart/2018/2/layout/IconLabelList"/>
    <dgm:cxn modelId="{C4AEA05A-4B83-4274-817C-091A47383B2C}" type="presParOf" srcId="{560B5005-1DF9-46A9-BB54-07F39D669016}" destId="{56656778-4587-4ECA-9DE3-CDEF7ACF10D9}" srcOrd="1" destOrd="0" presId="urn:microsoft.com/office/officeart/2018/2/layout/IconLabelList"/>
    <dgm:cxn modelId="{1B22C1FE-79B1-4ECF-BDBB-968024924477}" type="presParOf" srcId="{560B5005-1DF9-46A9-BB54-07F39D669016}" destId="{0F484F2A-8002-43E5-8057-D25E08796C54}" srcOrd="2" destOrd="0" presId="urn:microsoft.com/office/officeart/2018/2/layout/IconLabelList"/>
    <dgm:cxn modelId="{3B8A1864-31BB-4EA2-B103-7A4421734B40}" type="presParOf" srcId="{6A7E6BFB-718A-45BD-86C4-98FDF166AB24}" destId="{4939D4D3-A816-4F27-8093-6FA3FF6965B0}" srcOrd="9" destOrd="0" presId="urn:microsoft.com/office/officeart/2018/2/layout/IconLabelList"/>
    <dgm:cxn modelId="{3B8B0461-1AC4-4C41-8517-B7222B55B3E5}" type="presParOf" srcId="{6A7E6BFB-718A-45BD-86C4-98FDF166AB24}" destId="{A11D32B2-81B5-4E87-8D15-E811C6261446}" srcOrd="10" destOrd="0" presId="urn:microsoft.com/office/officeart/2018/2/layout/IconLabelList"/>
    <dgm:cxn modelId="{76DD23D5-32F1-410B-9E97-DD44DD1AF3E4}" type="presParOf" srcId="{A11D32B2-81B5-4E87-8D15-E811C6261446}" destId="{9D4F3420-CF5B-44FF-9AC3-E9D644AC0E87}" srcOrd="0" destOrd="0" presId="urn:microsoft.com/office/officeart/2018/2/layout/IconLabelList"/>
    <dgm:cxn modelId="{BB7C5C4B-BA5B-417A-AB36-F8D2483A7AF0}" type="presParOf" srcId="{A11D32B2-81B5-4E87-8D15-E811C6261446}" destId="{C64A0EAE-6BDB-40A3-A90A-2D0031E4F694}" srcOrd="1" destOrd="0" presId="urn:microsoft.com/office/officeart/2018/2/layout/IconLabelList"/>
    <dgm:cxn modelId="{8D1A234F-D303-4A56-AFF4-AFFFC9DAF511}" type="presParOf" srcId="{A11D32B2-81B5-4E87-8D15-E811C6261446}" destId="{0B4986FB-2225-41DE-8CDE-8E62BFF7967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B5207-E964-4C44-BD6A-4D507CFCF70F}">
      <dsp:nvSpPr>
        <dsp:cNvPr id="0" name=""/>
        <dsp:cNvSpPr/>
      </dsp:nvSpPr>
      <dsp:spPr>
        <a:xfrm>
          <a:off x="205509" y="16114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C4A86-E6A3-4494-9DCA-BCDDE7A53005}">
      <dsp:nvSpPr>
        <dsp:cNvPr id="0" name=""/>
        <dsp:cNvSpPr/>
      </dsp:nvSpPr>
      <dsp:spPr>
        <a:xfrm>
          <a:off x="396960" y="207566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F633B-DBB4-4C76-A96E-329850BB8853}">
      <dsp:nvSpPr>
        <dsp:cNvPr id="0" name=""/>
        <dsp:cNvSpPr/>
      </dsp:nvSpPr>
      <dsp:spPr>
        <a:xfrm>
          <a:off x="1312541" y="16114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React – React Hooks, Context API</a:t>
          </a:r>
          <a:endParaRPr lang="en-US" sz="1400" kern="1200"/>
        </a:p>
      </dsp:txBody>
      <dsp:txXfrm>
        <a:off x="1312541" y="16114"/>
        <a:ext cx="2148945" cy="911674"/>
      </dsp:txXfrm>
    </dsp:sp>
    <dsp:sp modelId="{BD492EDC-59FA-401E-BB35-07FC631B9F47}">
      <dsp:nvSpPr>
        <dsp:cNvPr id="0" name=""/>
        <dsp:cNvSpPr/>
      </dsp:nvSpPr>
      <dsp:spPr>
        <a:xfrm>
          <a:off x="3835925" y="16114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3D9B31-17BA-412D-BA59-1879D5427606}">
      <dsp:nvSpPr>
        <dsp:cNvPr id="0" name=""/>
        <dsp:cNvSpPr/>
      </dsp:nvSpPr>
      <dsp:spPr>
        <a:xfrm>
          <a:off x="4027376" y="207566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39152-8A4D-41DE-8581-A4EF64F700DB}">
      <dsp:nvSpPr>
        <dsp:cNvPr id="0" name=""/>
        <dsp:cNvSpPr/>
      </dsp:nvSpPr>
      <dsp:spPr>
        <a:xfrm>
          <a:off x="4942957" y="16114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RESTful API development – CRUD operations, Error handling and route separation</a:t>
          </a:r>
          <a:endParaRPr lang="en-US" sz="1400" kern="1200"/>
        </a:p>
      </dsp:txBody>
      <dsp:txXfrm>
        <a:off x="4942957" y="16114"/>
        <a:ext cx="2148945" cy="911674"/>
      </dsp:txXfrm>
    </dsp:sp>
    <dsp:sp modelId="{B3FDECFD-01BC-47EC-8E9D-F00CE6A50EF1}">
      <dsp:nvSpPr>
        <dsp:cNvPr id="0" name=""/>
        <dsp:cNvSpPr/>
      </dsp:nvSpPr>
      <dsp:spPr>
        <a:xfrm>
          <a:off x="7466341" y="16114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856F86-8EE7-4D30-B98A-17E172D3E8F6}">
      <dsp:nvSpPr>
        <dsp:cNvPr id="0" name=""/>
        <dsp:cNvSpPr/>
      </dsp:nvSpPr>
      <dsp:spPr>
        <a:xfrm>
          <a:off x="7657792" y="207566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4EBF2-91C5-474E-9BE2-D7291DDEE027}">
      <dsp:nvSpPr>
        <dsp:cNvPr id="0" name=""/>
        <dsp:cNvSpPr/>
      </dsp:nvSpPr>
      <dsp:spPr>
        <a:xfrm>
          <a:off x="8573374" y="16114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b="1" kern="1200"/>
            <a:t>Database Architecture – MongoDB, Express.js, node.js, Multer</a:t>
          </a:r>
          <a:endParaRPr lang="en-US" sz="1400" kern="1200"/>
        </a:p>
      </dsp:txBody>
      <dsp:txXfrm>
        <a:off x="8573374" y="16114"/>
        <a:ext cx="2148945" cy="911674"/>
      </dsp:txXfrm>
    </dsp:sp>
    <dsp:sp modelId="{E19FF329-6069-410F-8111-98CE341BA45F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CD434F-C03E-49E2-8763-53574449720C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4A819-DB23-42D9-B811-79C577E5D382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b="1" kern="1200" dirty="0"/>
            <a:t>Security – </a:t>
          </a:r>
          <a:r>
            <a:rPr lang="en-IE" sz="1400" b="1" kern="1200" dirty="0" err="1"/>
            <a:t>Bcrypt</a:t>
          </a:r>
          <a:r>
            <a:rPr lang="en-IE" sz="1400" b="1" kern="1200" dirty="0"/>
            <a:t> password hashing</a:t>
          </a:r>
          <a:endParaRPr lang="en-US" sz="1400" kern="1200" dirty="0"/>
        </a:p>
      </dsp:txBody>
      <dsp:txXfrm>
        <a:off x="1312541" y="1640565"/>
        <a:ext cx="2148945" cy="911674"/>
      </dsp:txXfrm>
    </dsp:sp>
    <dsp:sp modelId="{25A8A9D4-46D7-492E-B649-B63923906744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93E6A-1D32-4301-9B23-8EDBE403BDAA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B530F-77B4-4C70-9530-83BA74F501C2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b="1" kern="1200"/>
            <a:t>API Integration – Google Maps API, OpenWeatherMap API, Serp API</a:t>
          </a:r>
          <a:endParaRPr lang="en-US" sz="1400" kern="1200"/>
        </a:p>
      </dsp:txBody>
      <dsp:txXfrm>
        <a:off x="4942957" y="1640565"/>
        <a:ext cx="2148945" cy="911674"/>
      </dsp:txXfrm>
    </dsp:sp>
    <dsp:sp modelId="{D7E7159E-B6DC-4E68-A6C0-D55349E94F5A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0CE117-7655-4929-9ED6-5F4EE280FB36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F031A-E6C7-4261-8036-F66AC829072F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b="1" kern="1200"/>
            <a:t>Axios for HTTP requests with timeout handling</a:t>
          </a:r>
          <a:endParaRPr lang="en-US" sz="1400" kern="1200"/>
        </a:p>
      </dsp:txBody>
      <dsp:txXfrm>
        <a:off x="8573374" y="1640565"/>
        <a:ext cx="2148945" cy="911674"/>
      </dsp:txXfrm>
    </dsp:sp>
    <dsp:sp modelId="{BFDCFFDE-300A-4027-8E11-0000A76EBBD4}">
      <dsp:nvSpPr>
        <dsp:cNvPr id="0" name=""/>
        <dsp:cNvSpPr/>
      </dsp:nvSpPr>
      <dsp:spPr>
        <a:xfrm>
          <a:off x="205509" y="3265016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0D41B-B64C-4382-957A-F4A18389D594}">
      <dsp:nvSpPr>
        <dsp:cNvPr id="0" name=""/>
        <dsp:cNvSpPr/>
      </dsp:nvSpPr>
      <dsp:spPr>
        <a:xfrm>
          <a:off x="396960" y="3456467"/>
          <a:ext cx="528770" cy="52877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412A44-C94C-456A-9C0F-0B2023C543A4}">
      <dsp:nvSpPr>
        <dsp:cNvPr id="0" name=""/>
        <dsp:cNvSpPr/>
      </dsp:nvSpPr>
      <dsp:spPr>
        <a:xfrm>
          <a:off x="1312541" y="3265016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b="1" kern="1200"/>
            <a:t>UI Design – CSS styling </a:t>
          </a:r>
          <a:endParaRPr lang="en-US" sz="1400" kern="1200"/>
        </a:p>
      </dsp:txBody>
      <dsp:txXfrm>
        <a:off x="1312541" y="3265016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6A97D-8A76-4C3D-9F77-D8F84C9D65DC}">
      <dsp:nvSpPr>
        <dsp:cNvPr id="0" name=""/>
        <dsp:cNvSpPr/>
      </dsp:nvSpPr>
      <dsp:spPr>
        <a:xfrm>
          <a:off x="0" y="11019"/>
          <a:ext cx="9723438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 err="1"/>
            <a:t>Fullstack</a:t>
          </a:r>
          <a:r>
            <a:rPr lang="en-US" sz="1500" b="0" i="0" kern="1200" baseline="0" dirty="0"/>
            <a:t> app with </a:t>
          </a:r>
          <a:r>
            <a:rPr lang="en-US" sz="1500" b="1" i="0" kern="1200" baseline="0" dirty="0"/>
            <a:t>React</a:t>
          </a:r>
          <a:r>
            <a:rPr lang="en-US" sz="1500" b="0" i="0" kern="1200" baseline="0" dirty="0"/>
            <a:t>, </a:t>
          </a:r>
          <a:r>
            <a:rPr lang="en-US" sz="1500" b="1" i="0" kern="1200" baseline="0" dirty="0"/>
            <a:t>Express</a:t>
          </a:r>
          <a:r>
            <a:rPr lang="en-US" sz="1500" b="0" i="0" kern="1200" baseline="0" dirty="0"/>
            <a:t>, and </a:t>
          </a:r>
          <a:r>
            <a:rPr lang="en-US" sz="1500" b="1" i="0" kern="1200" baseline="0" dirty="0"/>
            <a:t>MongoDB, with </a:t>
          </a:r>
          <a:r>
            <a:rPr lang="en-US" sz="1500" b="1" i="0" kern="1200" baseline="0" dirty="0" err="1"/>
            <a:t>multer</a:t>
          </a:r>
          <a:r>
            <a:rPr lang="en-US" sz="1500" b="1" i="0" kern="1200" baseline="0" dirty="0"/>
            <a:t> also in backend for easy image uploads</a:t>
          </a:r>
          <a:endParaRPr lang="en-US" sz="1500" kern="1200" dirty="0"/>
        </a:p>
      </dsp:txBody>
      <dsp:txXfrm>
        <a:off x="17991" y="29010"/>
        <a:ext cx="9687456" cy="332567"/>
      </dsp:txXfrm>
    </dsp:sp>
    <dsp:sp modelId="{A18AB206-6913-475C-B160-255E4EDD03EC}">
      <dsp:nvSpPr>
        <dsp:cNvPr id="0" name=""/>
        <dsp:cNvSpPr/>
      </dsp:nvSpPr>
      <dsp:spPr>
        <a:xfrm>
          <a:off x="0" y="422769"/>
          <a:ext cx="9723438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Live weather</a:t>
          </a:r>
          <a:r>
            <a:rPr lang="en-US" sz="1500" b="0" i="0" kern="1200" baseline="0" dirty="0"/>
            <a:t> and </a:t>
          </a:r>
          <a:r>
            <a:rPr lang="en-US" sz="1500" b="1" i="0" kern="1200" baseline="0" dirty="0"/>
            <a:t>5-day forecast</a:t>
          </a:r>
          <a:r>
            <a:rPr lang="en-US" sz="1500" b="0" i="0" kern="1200" baseline="0" dirty="0"/>
            <a:t> using </a:t>
          </a:r>
          <a:r>
            <a:rPr lang="en-US" sz="1500" b="1" i="0" kern="1200" baseline="0" dirty="0" err="1"/>
            <a:t>OpenWeather</a:t>
          </a:r>
          <a:r>
            <a:rPr lang="en-US" sz="1500" b="1" i="0" kern="1200" baseline="0" dirty="0"/>
            <a:t> API</a:t>
          </a:r>
          <a:endParaRPr lang="en-US" sz="1500" kern="1200" dirty="0"/>
        </a:p>
      </dsp:txBody>
      <dsp:txXfrm>
        <a:off x="17991" y="440760"/>
        <a:ext cx="9687456" cy="332567"/>
      </dsp:txXfrm>
    </dsp:sp>
    <dsp:sp modelId="{B8758451-910C-4BEF-AD43-4DF42C4F53D2}">
      <dsp:nvSpPr>
        <dsp:cNvPr id="0" name=""/>
        <dsp:cNvSpPr/>
      </dsp:nvSpPr>
      <dsp:spPr>
        <a:xfrm>
          <a:off x="0" y="834518"/>
          <a:ext cx="9723438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Interactive farm map</a:t>
          </a:r>
          <a:r>
            <a:rPr lang="en-US" sz="1500" b="0" i="0" kern="1200" baseline="0"/>
            <a:t> powered by </a:t>
          </a:r>
          <a:r>
            <a:rPr lang="en-US" sz="1500" b="1" i="0" kern="1200" baseline="0"/>
            <a:t>Google Maps API</a:t>
          </a:r>
          <a:endParaRPr lang="en-US" sz="1500" kern="1200"/>
        </a:p>
      </dsp:txBody>
      <dsp:txXfrm>
        <a:off x="17991" y="852509"/>
        <a:ext cx="9687456" cy="332567"/>
      </dsp:txXfrm>
    </dsp:sp>
    <dsp:sp modelId="{74458FD5-1FAA-48F4-B3C6-576346D15460}">
      <dsp:nvSpPr>
        <dsp:cNvPr id="0" name=""/>
        <dsp:cNvSpPr/>
      </dsp:nvSpPr>
      <dsp:spPr>
        <a:xfrm>
          <a:off x="0" y="1246269"/>
          <a:ext cx="9723438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Product search</a:t>
          </a:r>
          <a:r>
            <a:rPr lang="en-US" sz="1500" b="0" i="0" kern="1200" baseline="0"/>
            <a:t> inside the app using </a:t>
          </a:r>
          <a:r>
            <a:rPr lang="en-US" sz="1500" b="1" i="0" kern="1200" baseline="0"/>
            <a:t>SerpAPI</a:t>
          </a:r>
          <a:endParaRPr lang="en-US" sz="1500" kern="1200"/>
        </a:p>
      </dsp:txBody>
      <dsp:txXfrm>
        <a:off x="17991" y="1264260"/>
        <a:ext cx="9687456" cy="332567"/>
      </dsp:txXfrm>
    </dsp:sp>
    <dsp:sp modelId="{6E11BA4F-CFAB-4618-B549-A707E423DD5B}">
      <dsp:nvSpPr>
        <dsp:cNvPr id="0" name=""/>
        <dsp:cNvSpPr/>
      </dsp:nvSpPr>
      <dsp:spPr>
        <a:xfrm>
          <a:off x="0" y="1658019"/>
          <a:ext cx="9723438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Cost/income graphs and weather graphs</a:t>
          </a:r>
          <a:r>
            <a:rPr lang="en-US" sz="1500" b="0" i="0" kern="1200" baseline="0" dirty="0"/>
            <a:t> built with </a:t>
          </a:r>
          <a:r>
            <a:rPr lang="en-US" sz="1500" b="1" i="0" kern="1200" baseline="0" dirty="0"/>
            <a:t>Recharts</a:t>
          </a:r>
          <a:endParaRPr lang="en-US" sz="1500" kern="1200" dirty="0"/>
        </a:p>
      </dsp:txBody>
      <dsp:txXfrm>
        <a:off x="17991" y="1676010"/>
        <a:ext cx="9687456" cy="332567"/>
      </dsp:txXfrm>
    </dsp:sp>
    <dsp:sp modelId="{B5A2AE98-1416-4100-92BF-CB9CD6833FDF}">
      <dsp:nvSpPr>
        <dsp:cNvPr id="0" name=""/>
        <dsp:cNvSpPr/>
      </dsp:nvSpPr>
      <dsp:spPr>
        <a:xfrm>
          <a:off x="0" y="2069769"/>
          <a:ext cx="9723438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Login system</a:t>
          </a:r>
          <a:r>
            <a:rPr lang="en-US" sz="1500" b="0" i="0" kern="1200" baseline="0"/>
            <a:t> with protected pages</a:t>
          </a:r>
          <a:endParaRPr lang="en-US" sz="1500" kern="1200"/>
        </a:p>
      </dsp:txBody>
      <dsp:txXfrm>
        <a:off x="17991" y="2087760"/>
        <a:ext cx="9687456" cy="332567"/>
      </dsp:txXfrm>
    </dsp:sp>
    <dsp:sp modelId="{419E89D5-7B51-4783-80F9-5EF4F725BCB8}">
      <dsp:nvSpPr>
        <dsp:cNvPr id="0" name=""/>
        <dsp:cNvSpPr/>
      </dsp:nvSpPr>
      <dsp:spPr>
        <a:xfrm>
          <a:off x="0" y="2481519"/>
          <a:ext cx="9723438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Light/dark mode</a:t>
          </a:r>
          <a:r>
            <a:rPr lang="en-US" sz="1500" b="0" i="0" kern="1200" baseline="0"/>
            <a:t> toggle using React Context</a:t>
          </a:r>
          <a:endParaRPr lang="en-US" sz="1500" kern="1200"/>
        </a:p>
      </dsp:txBody>
      <dsp:txXfrm>
        <a:off x="17991" y="2499510"/>
        <a:ext cx="9687456" cy="332567"/>
      </dsp:txXfrm>
    </dsp:sp>
    <dsp:sp modelId="{BA2A4C4B-0EBD-4815-887C-2496923D3D52}">
      <dsp:nvSpPr>
        <dsp:cNvPr id="0" name=""/>
        <dsp:cNvSpPr/>
      </dsp:nvSpPr>
      <dsp:spPr>
        <a:xfrm>
          <a:off x="0" y="2893269"/>
          <a:ext cx="9723438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Fast and reliable</a:t>
          </a:r>
          <a:r>
            <a:rPr lang="en-US" sz="1500" b="0" i="0" kern="1200" baseline="0"/>
            <a:t> API calls with error handling</a:t>
          </a:r>
          <a:endParaRPr lang="en-US" sz="1500" kern="1200"/>
        </a:p>
      </dsp:txBody>
      <dsp:txXfrm>
        <a:off x="17991" y="2911260"/>
        <a:ext cx="9687456" cy="332567"/>
      </dsp:txXfrm>
    </dsp:sp>
    <dsp:sp modelId="{87890BC5-49D3-4575-BB84-FE723B8A71C8}">
      <dsp:nvSpPr>
        <dsp:cNvPr id="0" name=""/>
        <dsp:cNvSpPr/>
      </dsp:nvSpPr>
      <dsp:spPr>
        <a:xfrm>
          <a:off x="0" y="3305019"/>
          <a:ext cx="9723438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Mobile-friendly</a:t>
          </a:r>
          <a:r>
            <a:rPr lang="en-US" sz="1500" b="0" i="0" kern="1200" baseline="0"/>
            <a:t> and </a:t>
          </a:r>
          <a:r>
            <a:rPr lang="en-US" sz="1500" b="1" i="0" kern="1200" baseline="0"/>
            <a:t>optimized</a:t>
          </a:r>
          <a:r>
            <a:rPr lang="en-US" sz="1500" b="0" i="0" kern="1200" baseline="0"/>
            <a:t> with memoized components</a:t>
          </a:r>
          <a:endParaRPr lang="en-US" sz="1500" kern="1200"/>
        </a:p>
      </dsp:txBody>
      <dsp:txXfrm>
        <a:off x="17991" y="3323010"/>
        <a:ext cx="9687456" cy="3325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B97B5-139D-4094-AB7F-D5D082506CB0}">
      <dsp:nvSpPr>
        <dsp:cNvPr id="0" name=""/>
        <dsp:cNvSpPr/>
      </dsp:nvSpPr>
      <dsp:spPr>
        <a:xfrm>
          <a:off x="438504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76E31-9E65-4659-92CE-C41594585C3D}">
      <dsp:nvSpPr>
        <dsp:cNvPr id="0" name=""/>
        <dsp:cNvSpPr/>
      </dsp:nvSpPr>
      <dsp:spPr>
        <a:xfrm>
          <a:off x="1512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Google Maps API Docs</a:t>
          </a:r>
          <a:endParaRPr lang="en-US" sz="1400" kern="1200"/>
        </a:p>
      </dsp:txBody>
      <dsp:txXfrm>
        <a:off x="1512" y="2261913"/>
        <a:ext cx="1589062" cy="635625"/>
      </dsp:txXfrm>
    </dsp:sp>
    <dsp:sp modelId="{BE71754F-97BD-4395-983D-E5196CD62A7D}">
      <dsp:nvSpPr>
        <dsp:cNvPr id="0" name=""/>
        <dsp:cNvSpPr/>
      </dsp:nvSpPr>
      <dsp:spPr>
        <a:xfrm>
          <a:off x="2305652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A2E36-C7DE-40B6-9827-F7E14BB921CD}">
      <dsp:nvSpPr>
        <dsp:cNvPr id="0" name=""/>
        <dsp:cNvSpPr/>
      </dsp:nvSpPr>
      <dsp:spPr>
        <a:xfrm>
          <a:off x="1868660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OpenWeatherMap API website</a:t>
          </a:r>
          <a:endParaRPr lang="en-US" sz="1400" kern="1200"/>
        </a:p>
      </dsp:txBody>
      <dsp:txXfrm>
        <a:off x="1868660" y="2261913"/>
        <a:ext cx="1589062" cy="635625"/>
      </dsp:txXfrm>
    </dsp:sp>
    <dsp:sp modelId="{24A3CD4E-03CD-4B54-9F8B-00FC34F9C884}">
      <dsp:nvSpPr>
        <dsp:cNvPr id="0" name=""/>
        <dsp:cNvSpPr/>
      </dsp:nvSpPr>
      <dsp:spPr>
        <a:xfrm>
          <a:off x="4172801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1925F-9952-4B99-AF06-E94535839BCD}">
      <dsp:nvSpPr>
        <dsp:cNvPr id="0" name=""/>
        <dsp:cNvSpPr/>
      </dsp:nvSpPr>
      <dsp:spPr>
        <a:xfrm>
          <a:off x="3735809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Serp API Docs</a:t>
          </a:r>
          <a:endParaRPr lang="en-US" sz="1400" kern="1200"/>
        </a:p>
      </dsp:txBody>
      <dsp:txXfrm>
        <a:off x="3735809" y="2261913"/>
        <a:ext cx="1589062" cy="635625"/>
      </dsp:txXfrm>
    </dsp:sp>
    <dsp:sp modelId="{C34786E4-590C-4BA5-B132-666C807A3CD0}">
      <dsp:nvSpPr>
        <dsp:cNvPr id="0" name=""/>
        <dsp:cNvSpPr/>
      </dsp:nvSpPr>
      <dsp:spPr>
        <a:xfrm>
          <a:off x="6039949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D40F65-BE60-44AD-AA54-D6D10D7941A5}">
      <dsp:nvSpPr>
        <dsp:cNvPr id="0" name=""/>
        <dsp:cNvSpPr/>
      </dsp:nvSpPr>
      <dsp:spPr>
        <a:xfrm>
          <a:off x="5602957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Open AI (All areas it was used are referenced in report)</a:t>
          </a:r>
          <a:endParaRPr lang="en-US" sz="1400" kern="1200"/>
        </a:p>
      </dsp:txBody>
      <dsp:txXfrm>
        <a:off x="5602957" y="2261913"/>
        <a:ext cx="1589062" cy="635625"/>
      </dsp:txXfrm>
    </dsp:sp>
    <dsp:sp modelId="{9C085082-CF5E-41C9-8AB3-F25A6533DC56}">
      <dsp:nvSpPr>
        <dsp:cNvPr id="0" name=""/>
        <dsp:cNvSpPr/>
      </dsp:nvSpPr>
      <dsp:spPr>
        <a:xfrm>
          <a:off x="7907098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84F2A-8002-43E5-8057-D25E08796C54}">
      <dsp:nvSpPr>
        <dsp:cNvPr id="0" name=""/>
        <dsp:cNvSpPr/>
      </dsp:nvSpPr>
      <dsp:spPr>
        <a:xfrm>
          <a:off x="7470105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NPM Docs (multer, bcrypt)</a:t>
          </a:r>
          <a:endParaRPr lang="en-US" sz="1400" kern="1200"/>
        </a:p>
      </dsp:txBody>
      <dsp:txXfrm>
        <a:off x="7470105" y="2261913"/>
        <a:ext cx="1589062" cy="635625"/>
      </dsp:txXfrm>
    </dsp:sp>
    <dsp:sp modelId="{9D4F3420-CF5B-44FF-9AC3-E9D644AC0E87}">
      <dsp:nvSpPr>
        <dsp:cNvPr id="0" name=""/>
        <dsp:cNvSpPr/>
      </dsp:nvSpPr>
      <dsp:spPr>
        <a:xfrm>
          <a:off x="9774246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986FB-2225-41DE-8CDE-8E62BFF79674}">
      <dsp:nvSpPr>
        <dsp:cNvPr id="0" name=""/>
        <dsp:cNvSpPr/>
      </dsp:nvSpPr>
      <dsp:spPr>
        <a:xfrm>
          <a:off x="9337254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Teagasc website</a:t>
          </a:r>
          <a:endParaRPr lang="en-US" sz="1400" kern="1200"/>
        </a:p>
      </dsp:txBody>
      <dsp:txXfrm>
        <a:off x="9337254" y="2261913"/>
        <a:ext cx="1589062" cy="63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6DBB-9DA8-D497-E11F-16FD024A2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8419A-9F3C-2C95-FD98-D7C59EE9C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AF515-201B-13A0-5891-E8CB7F8F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664E1-A5E3-A638-D008-FA09F9D5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758BA-9C4A-DC86-C5C1-4E97EC3F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657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2AA8-1A3E-4570-CC1A-38977108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1DDFC-C536-93F1-4E8A-ACB82D9ED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2AB0E-B402-AC72-C322-EB6F70BD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0AAA0-A13E-FEF1-B22B-43386E7E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C37FB-78EE-156B-9E10-A6762E86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553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A82E-4DD3-706A-E662-591F9B228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C4C5A-7014-BF3A-4282-3CBAF0AB4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75250-6361-FD78-AA28-5C79CAB27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FA8DD-6704-F453-B34F-D820B50DE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3DD3B-3052-863C-35AB-6160CA12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6911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9BAB-C780-FA9C-C969-7B6D31ED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B5A40-D728-C62F-36A6-4E5D577F4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B562A-CED7-BA83-FF92-961F247DC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EE02F-328A-388E-1C73-C4D53C33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B1A84-D7CF-AD18-F598-D5FBB038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17CC4-FE01-42F6-F63B-E8B76B44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529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22DC-FA4D-DD8C-9A10-159F64A15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2FB1F-168B-F910-F983-742D1BDCB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321F8-BA9C-E2C8-1560-B07385376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C9063E-7009-4F20-8DB5-F51B670D48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3A97B7-F9A5-C420-0D01-3AA43C1E2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70158C-4C46-DB98-8132-927B7BED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BE6BE-D44A-2C58-9EF7-C02592749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58DDC6-D8D0-4CE4-2653-4CAC3B9F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5675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6B79-441F-8457-C6C1-81BB29479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01561-D509-2401-EB11-D0A9A53A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52AF-0418-40D3-D07E-D4891F1E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CFBA8-B31C-35FF-42D1-1BFC0ECD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291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AE1E13-3C28-6799-0BF2-4BD08716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3B2C37-FEC2-3CB7-1919-16909776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C67C-4860-DD0D-D02E-516DEBE9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4460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7DF6C-982D-4585-CF9B-C88EDF47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7A542-8CA9-FF90-C2A3-5B86C10BD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65095-E3B1-638F-CA2B-7D9411035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E262C-614F-5771-7B5B-6A8D63FB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CC9CC-61E5-5264-8821-66622BDE2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F29D5-D864-5B90-777F-63F0DAF3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064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3B40A-C16F-65F1-190A-87A416A2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3224D-546B-E7FB-2F9D-F448E4E56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D692B-54FF-4B20-379E-3355694C5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5D928-8F28-1591-747C-15621C62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55B1C-3DEF-4370-8360-4794505D8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F6676-4361-BBB2-0E0F-299F1C848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5190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9D07-C12F-C181-DF80-5FDB9836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4C2C1-A3CC-D39A-2DE2-6C58C5EC2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6A0D6-4B7E-74DD-2525-39E7C64FE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E3199-419B-A6A9-AF47-5EDAD914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2304F-5F63-CFC7-D532-260353AF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3511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050873-3A0D-DB28-2B08-170EC7293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C045B-C8DF-642C-306D-348E2843E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A4508-A54C-08D0-9F86-E8C9731B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C3816-2395-AD82-6925-E56E97A2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BF882-185C-84F3-7E1C-E432CE1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71720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582722-C5C3-69E4-BE7F-DE4834BD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6492D-13A7-00FF-FAE1-8487220BE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0AF38-A740-6FD4-4EC1-5E6B19AC7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CEE73-EBB6-4C71-A43F-61843E1DF508}" type="datetimeFigureOut">
              <a:rPr lang="en-IE" smtClean="0"/>
              <a:t>27/04/2025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9FA64-4FE8-ADD9-F26E-2A5FA6550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1CDF1-96CA-E37B-C8D5-8710FADC7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83167A-0719-4FAD-9F52-5E8EBAF9588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394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29D3E-86D5-E484-A86C-C9D9794CD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FarmPulse</a:t>
            </a:r>
            <a:endParaRPr lang="en-IE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1A2-6DFB-F207-55B8-EC0895E4A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dirty="0"/>
              <a:t>Paddy Downey</a:t>
            </a:r>
          </a:p>
          <a:p>
            <a:pPr algn="l"/>
            <a:r>
              <a:rPr lang="en-GB" dirty="0"/>
              <a:t>G00392495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9271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B6BD9-A6C6-DF0A-3766-BAA226FD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Research</a:t>
            </a:r>
            <a:endParaRPr lang="en-IE" sz="40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D8D1D8-3F2F-9B46-D0D6-EE60663268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What problem was I trying to solve?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Farmers often struggle to track farm activities, weather, inventory, and costs in one place.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The Question I Asked Farmers: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"What’s the biggest challenge you face when managing your farm day-to-day?“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Main Response: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"Keeping track of everything in one place is tough—weather, costs, activities, and equipment.“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Filling the Gap: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lang="en-US" altLang="en-US" sz="1600" dirty="0">
                <a:latin typeface="Aptos" panose="020B0004020202020204" pitchFamily="34" charset="0"/>
              </a:rPr>
              <a:t>I wanted my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app to combine key tools like weather updates, activity logs, inventory management, and more, all in one place, so It’s designed to save time and make farming more efficient.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latin typeface="Aptos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sng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This one question, along with </a:t>
            </a:r>
            <a:r>
              <a:rPr lang="en-US" altLang="en-US" sz="1600" b="1" i="1" u="sng" dirty="0" err="1">
                <a:latin typeface="Aptos" panose="020B0004020202020204" pitchFamily="34" charset="0"/>
              </a:rPr>
              <a:t>T</a:t>
            </a:r>
            <a:r>
              <a:rPr kumimoji="0" lang="en-US" altLang="en-US" sz="1600" b="1" i="1" u="sng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eagasc</a:t>
            </a:r>
            <a:r>
              <a:rPr kumimoji="0" lang="en-US" altLang="en-US" sz="1600" b="1" i="1" u="sng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studies allowed me to dive deeper into what technologies to use to achieve this goal. I researched multiple API documents, technologies and libraries which are mentioned throughout this </a:t>
            </a:r>
            <a:r>
              <a:rPr kumimoji="0" lang="en-US" altLang="en-US" sz="1600" b="1" i="1" u="sng" strike="noStrike" cap="none" normalizeH="0" baseline="0" dirty="0" err="1">
                <a:ln>
                  <a:noFill/>
                </a:ln>
                <a:effectLst/>
                <a:latin typeface="Aptos" panose="020B0004020202020204" pitchFamily="34" charset="0"/>
              </a:rPr>
              <a:t>powerpoint</a:t>
            </a:r>
            <a:r>
              <a:rPr kumimoji="0" lang="en-US" altLang="en-US" sz="1600" b="1" i="1" u="sng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54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B06227-AB6B-C1DF-4E87-959D444E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Academic/Technical Content</a:t>
            </a:r>
            <a:endParaRPr lang="en-IE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B24D4D-E7B1-FF34-5FAB-5081A80F7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381919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6111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98BB7-7735-1C45-5639-F1B7E250D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41A56-BAFA-C77A-17E0-16AA8FFA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Demonstration Of Understanding</a:t>
            </a:r>
            <a:endParaRPr lang="en-IE" sz="4000" dirty="0">
              <a:solidFill>
                <a:srgbClr val="FFFFFF"/>
              </a:solidFill>
            </a:endParaRPr>
          </a:p>
        </p:txBody>
      </p:sp>
      <p:graphicFrame>
        <p:nvGraphicFramePr>
          <p:cNvPr id="38" name="Rectangle 6">
            <a:extLst>
              <a:ext uri="{FF2B5EF4-FFF2-40B4-BE49-F238E27FC236}">
                <a16:creationId xmlns:a16="http://schemas.microsoft.com/office/drawing/2014/main" id="{301C2248-74B6-38FA-404D-E1DFD6406C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052989"/>
              </p:ext>
            </p:extLst>
          </p:nvPr>
        </p:nvGraphicFramePr>
        <p:xfrm>
          <a:off x="1371600" y="2317750"/>
          <a:ext cx="9723438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0362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5EDB83-776E-48E5-534D-AF5551AA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Organisation</a:t>
            </a:r>
            <a:endParaRPr lang="en-IE" sz="400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9AC357-B1EF-B940-C4CF-F1F30A6E4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889" y="2200459"/>
            <a:ext cx="3061813" cy="1722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CFC982-78C7-401F-1FFF-A8980FED2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097" y="2200459"/>
            <a:ext cx="2287400" cy="2133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D48FC5-EB33-B0F3-6BDB-9AB66A37E4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295" y="2200459"/>
            <a:ext cx="3061813" cy="12936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FE4EC-3BC8-6ADB-240B-EC445A109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4786744"/>
            <a:ext cx="9448800" cy="1442631"/>
          </a:xfrm>
        </p:spPr>
        <p:txBody>
          <a:bodyPr>
            <a:normAutofit/>
          </a:bodyPr>
          <a:lstStyle/>
          <a:p>
            <a:r>
              <a:rPr lang="en-GB" sz="2000" b="1" dirty="0"/>
              <a:t>Jira – Used for project managements – define deadlines and goals</a:t>
            </a:r>
          </a:p>
          <a:p>
            <a:r>
              <a:rPr lang="en-GB" sz="2000" b="1" dirty="0"/>
              <a:t>One Note – used for weekly logs and teamwork logs</a:t>
            </a:r>
          </a:p>
          <a:p>
            <a:r>
              <a:rPr lang="en-GB" sz="2000" b="1" dirty="0"/>
              <a:t>GitHub – manage source code and track progress overtime</a:t>
            </a:r>
            <a:endParaRPr lang="en-IE" sz="2000" b="1" dirty="0"/>
          </a:p>
        </p:txBody>
      </p:sp>
    </p:spTree>
    <p:extLst>
      <p:ext uri="{BB962C8B-B14F-4D97-AF65-F5344CB8AC3E}">
        <p14:creationId xmlns:p14="http://schemas.microsoft.com/office/powerpoint/2010/main" val="717657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4909E-7462-DE7E-6BE7-78905DF02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References</a:t>
            </a:r>
            <a:endParaRPr lang="en-IE" sz="4000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4BCF111-C967-8E23-7ABB-A062A9D8F2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2956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1241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371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FarmPulse</vt:lpstr>
      <vt:lpstr>Research</vt:lpstr>
      <vt:lpstr>Academic/Technical Content</vt:lpstr>
      <vt:lpstr>Demonstration Of Understanding</vt:lpstr>
      <vt:lpstr>Organisation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PADDY DOWNEY - STUDENT</dc:creator>
  <cp:lastModifiedBy>PADDY DOWNEY - STUDENT</cp:lastModifiedBy>
  <cp:revision>3</cp:revision>
  <dcterms:created xsi:type="dcterms:W3CDTF">2025-04-16T19:31:01Z</dcterms:created>
  <dcterms:modified xsi:type="dcterms:W3CDTF">2025-04-27T11:14:34Z</dcterms:modified>
</cp:coreProperties>
</file>